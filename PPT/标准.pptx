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  <p:sldMasterId id="2147483672" r:id="rId4"/>
  </p:sldMasterIdLst>
  <p:notesMasterIdLst>
    <p:notesMasterId r:id="rId7"/>
  </p:notesMasterIdLst>
  <p:sldIdLst>
    <p:sldId id="257" r:id="rId5"/>
    <p:sldId id="258" r:id="rId6"/>
    <p:sldId id="448" r:id="rId8"/>
    <p:sldId id="449" r:id="rId9"/>
    <p:sldId id="450" r:id="rId10"/>
    <p:sldId id="451" r:id="rId11"/>
    <p:sldId id="453" r:id="rId12"/>
    <p:sldId id="459" r:id="rId13"/>
    <p:sldId id="454" r:id="rId14"/>
    <p:sldId id="452" r:id="rId15"/>
    <p:sldId id="458" r:id="rId16"/>
    <p:sldId id="455" r:id="rId17"/>
    <p:sldId id="456" r:id="rId18"/>
    <p:sldId id="419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作" lastIdx="0" clrIdx="0"/>
  <p:cmAuthor id="2" name="HUAWEI" initials="H" lastIdx="0" clrIdx="1"/>
  <p:cmAuthor id="3" name="Administrator" initials="A" lastIdx="0" clrIdx="2"/>
  <p:cmAuthor id="4" name="19991215" initials="1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9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B801823-96DB-4EC2-991A-2DEE593AD1DA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14"/>
          <p:cNvSpPr>
            <a:spLocks noChangeShapeType="1"/>
          </p:cNvSpPr>
          <p:nvPr userDrawn="1"/>
        </p:nvSpPr>
        <p:spPr bwMode="auto">
          <a:xfrm>
            <a:off x="2228851" y="1268417"/>
            <a:ext cx="0" cy="5589587"/>
          </a:xfrm>
          <a:prstGeom prst="line">
            <a:avLst/>
          </a:prstGeom>
          <a:noFill/>
          <a:ln w="9525">
            <a:solidFill>
              <a:srgbClr val="2F5597"/>
            </a:solidFill>
            <a:miter lim="800000"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/>
            <a:endParaRPr lang="zh-CN" altLang="en-US" sz="240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665" b="0" dirty="0">
                <a:solidFill>
                  <a:srgbClr val="2F5597"/>
                </a:solidFill>
              </a:defRPr>
            </a:lvl1pPr>
          </a:lstStyle>
          <a:p>
            <a:pPr lvl="0" algn="r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2447595" y="1124745"/>
            <a:ext cx="9313035" cy="4992555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6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213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865" b="0">
                <a:solidFill>
                  <a:srgbClr val="2F5597"/>
                </a:solidFill>
                <a:latin typeface="+mn-ea"/>
                <a:ea typeface="+mn-ea"/>
              </a:defRPr>
            </a:lvl3pPr>
            <a:lvl4pPr>
              <a:defRPr sz="2400" b="1">
                <a:latin typeface="+mn-lt"/>
                <a:ea typeface="+mn-ea"/>
              </a:defRPr>
            </a:lvl4pPr>
            <a:lvl5pPr>
              <a:defRPr sz="2135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43339" y="1124744"/>
            <a:ext cx="1920213" cy="4992555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6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213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8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2400" b="1">
                <a:latin typeface="+mn-lt"/>
                <a:ea typeface="+mn-ea"/>
              </a:defRPr>
            </a:lvl4pPr>
            <a:lvl5pPr>
              <a:defRPr sz="2135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单击此处编辑式</a:t>
            </a:r>
            <a:endParaRPr lang="zh-CN" altLang="en-US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12004040" y="6325447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base"/>
            <a:endParaRPr lang="zh-CN" altLang="en-US" sz="2400">
              <a:latin typeface="Arial" panose="020B0604020202020204" pitchFamily="34" charset="0"/>
              <a:ea typeface="黑体" panose="0201060906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665" b="0" dirty="0">
                <a:solidFill>
                  <a:srgbClr val="2F5597"/>
                </a:solidFill>
              </a:defRPr>
            </a:lvl1pPr>
          </a:lstStyle>
          <a:p>
            <a:pPr lvl="0" algn="r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914400" y="1670945"/>
            <a:ext cx="10363200" cy="1470025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5335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911424" y="3044957"/>
            <a:ext cx="10369152" cy="7920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735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23" name="图片 61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817" y="4110435"/>
            <a:ext cx="12206817" cy="2774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圆角矩形 4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3257087" y="5283201"/>
            <a:ext cx="5719233" cy="479425"/>
          </a:xfrm>
          <a:prstGeom prst="roundRect">
            <a:avLst>
              <a:gd name="adj" fmla="val 7292"/>
            </a:avLst>
          </a:prstGeom>
          <a:solidFill>
            <a:srgbClr val="FFFFFF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文化启迪智慧  教育点亮人生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" name="文本框 147"/>
          <p:cNvSpPr>
            <a:spLocks noChangeArrowheads="1"/>
          </p:cNvSpPr>
          <p:nvPr userDrawn="1"/>
        </p:nvSpPr>
        <p:spPr bwMode="auto">
          <a:xfrm>
            <a:off x="3257083" y="4677139"/>
            <a:ext cx="5689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《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网页设计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》 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计算机科学与技术学院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665" b="0">
                <a:solidFill>
                  <a:srgbClr val="2F5597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371" y="1604797"/>
            <a:ext cx="11137237" cy="4183429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6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213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8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2400" b="1">
                <a:latin typeface="+mn-lt"/>
                <a:ea typeface="+mn-ea"/>
              </a:defRPr>
            </a:lvl4pPr>
            <a:lvl5pPr>
              <a:defRPr sz="2135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623392" y="1028733"/>
            <a:ext cx="9985109" cy="48005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35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  <a:endParaRPr lang="zh-CN" altLang="en-US" dirty="0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1028733"/>
            <a:ext cx="215685" cy="441325"/>
          </a:xfrm>
          <a:prstGeom prst="rect">
            <a:avLst/>
          </a:prstGeom>
          <a:solidFill>
            <a:srgbClr val="2F55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/>
            <a:endParaRPr lang="zh-CN" altLang="zh-CN" sz="24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665" b="0">
                <a:solidFill>
                  <a:srgbClr val="2F5597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9349" y="1028733"/>
            <a:ext cx="11521280" cy="4992555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6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213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8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2400" b="1">
                <a:latin typeface="+mn-lt"/>
                <a:ea typeface="+mn-ea"/>
              </a:defRPr>
            </a:lvl4pPr>
            <a:lvl5pPr>
              <a:defRPr sz="2135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70560" y="752687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base"/>
            <a:endParaRPr lang="zh-CN" altLang="en-US" sz="2400">
              <a:latin typeface="Arial" panose="020B0604020202020204" pitchFamily="34" charset="0"/>
              <a:ea typeface="黑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665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9349" y="1028733"/>
            <a:ext cx="11521280" cy="4896544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6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213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8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2400" b="1">
                <a:latin typeface="+mn-lt"/>
                <a:ea typeface="+mn-ea"/>
              </a:defRPr>
            </a:lvl4pPr>
            <a:lvl5pPr>
              <a:defRPr sz="2135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985"/>
            <a:ext cx="2844800" cy="363855"/>
          </a:xfrm>
        </p:spPr>
        <p:txBody>
          <a:bodyPr/>
          <a:lstStyle>
            <a:lvl1pPr>
              <a:defRPr/>
            </a:lvl1pPr>
          </a:lstStyle>
          <a:p>
            <a:fld id="{AC84F06B-68BB-49FF-9082-040D3B5B474B}" type="datetime1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985"/>
            <a:ext cx="3860800" cy="363855"/>
          </a:xfrm>
        </p:spPr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985"/>
            <a:ext cx="2844800" cy="363855"/>
          </a:xfrm>
        </p:spPr>
        <p:txBody>
          <a:bodyPr/>
          <a:lstStyle>
            <a:lvl1pPr>
              <a:defRPr/>
            </a:lvl1pPr>
          </a:lstStyle>
          <a:p>
            <a:fld id="{00E0E93F-4BAF-4B04-AF3C-1DA2743F9C80}" type="slidenum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665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371" y="1604797"/>
            <a:ext cx="11137237" cy="4183429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6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213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8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2400" b="1">
                <a:latin typeface="+mn-lt"/>
                <a:ea typeface="+mn-ea"/>
              </a:defRPr>
            </a:lvl4pPr>
            <a:lvl5pPr>
              <a:defRPr sz="2135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623392" y="1028733"/>
            <a:ext cx="9985109" cy="48005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35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  <a:endParaRPr lang="zh-CN" altLang="en-US" dirty="0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1028733"/>
            <a:ext cx="215685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/>
            <a:endParaRPr lang="zh-CN" altLang="zh-CN" sz="24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117600" y="8475133"/>
            <a:ext cx="3657600" cy="486833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14"/>
          <p:cNvSpPr>
            <a:spLocks noChangeShapeType="1"/>
          </p:cNvSpPr>
          <p:nvPr userDrawn="1"/>
        </p:nvSpPr>
        <p:spPr bwMode="auto">
          <a:xfrm>
            <a:off x="2228851" y="1268417"/>
            <a:ext cx="0" cy="5589587"/>
          </a:xfrm>
          <a:prstGeom prst="line">
            <a:avLst/>
          </a:prstGeom>
          <a:noFill/>
          <a:ln w="9525">
            <a:solidFill>
              <a:srgbClr val="2F5597"/>
            </a:solidFill>
            <a:miter lim="800000"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/>
            <a:endParaRPr lang="zh-CN" altLang="en-US" sz="240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665" b="0" dirty="0">
                <a:solidFill>
                  <a:srgbClr val="2F5597"/>
                </a:solidFill>
              </a:defRPr>
            </a:lvl1pPr>
          </a:lstStyle>
          <a:p>
            <a:pPr lvl="0" algn="r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2447595" y="1124745"/>
            <a:ext cx="9313035" cy="4992555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6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213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865" b="0">
                <a:solidFill>
                  <a:srgbClr val="2F5597"/>
                </a:solidFill>
                <a:latin typeface="+mn-ea"/>
                <a:ea typeface="+mn-ea"/>
              </a:defRPr>
            </a:lvl3pPr>
            <a:lvl4pPr>
              <a:defRPr sz="2400" b="1">
                <a:latin typeface="+mn-lt"/>
                <a:ea typeface="+mn-ea"/>
              </a:defRPr>
            </a:lvl4pPr>
            <a:lvl5pPr>
              <a:defRPr sz="2135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43339" y="1124744"/>
            <a:ext cx="1920213" cy="4992555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6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213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8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2400" b="1">
                <a:latin typeface="+mn-lt"/>
                <a:ea typeface="+mn-ea"/>
              </a:defRPr>
            </a:lvl4pPr>
            <a:lvl5pPr>
              <a:defRPr sz="2135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单击此处编辑式</a:t>
            </a:r>
            <a:endParaRPr lang="zh-CN" altLang="en-US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12004040" y="6325447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base"/>
            <a:endParaRPr lang="zh-CN" altLang="en-US" sz="2400">
              <a:latin typeface="Arial" panose="020B0604020202020204" pitchFamily="34" charset="0"/>
              <a:ea typeface="黑体" panose="0201060906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665" b="0" dirty="0">
                <a:solidFill>
                  <a:srgbClr val="2F5597"/>
                </a:solidFill>
              </a:defRPr>
            </a:lvl1pPr>
          </a:lstStyle>
          <a:p>
            <a:pPr lvl="0" algn="r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914400" y="1670945"/>
            <a:ext cx="10363200" cy="1470025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5335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911424" y="3044957"/>
            <a:ext cx="10369152" cy="7920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735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23" name="图片 61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817" y="4110435"/>
            <a:ext cx="12206817" cy="2774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圆角矩形 4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3257087" y="5283201"/>
            <a:ext cx="5719233" cy="479425"/>
          </a:xfrm>
          <a:prstGeom prst="roundRect">
            <a:avLst>
              <a:gd name="adj" fmla="val 7292"/>
            </a:avLst>
          </a:prstGeom>
          <a:solidFill>
            <a:srgbClr val="FFFFFF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文化启迪智慧  教育点亮人生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" name="文本框 147"/>
          <p:cNvSpPr>
            <a:spLocks noChangeArrowheads="1"/>
          </p:cNvSpPr>
          <p:nvPr userDrawn="1"/>
        </p:nvSpPr>
        <p:spPr bwMode="auto">
          <a:xfrm>
            <a:off x="3257083" y="4677139"/>
            <a:ext cx="5689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《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网页设计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》 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计算机科学与技术学院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665" b="0">
                <a:solidFill>
                  <a:srgbClr val="2F5597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371" y="1604797"/>
            <a:ext cx="11137237" cy="4183429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6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213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8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2400" b="1">
                <a:latin typeface="+mn-lt"/>
                <a:ea typeface="+mn-ea"/>
              </a:defRPr>
            </a:lvl4pPr>
            <a:lvl5pPr>
              <a:defRPr sz="2135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623392" y="1028733"/>
            <a:ext cx="9985109" cy="48005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35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  <a:endParaRPr lang="zh-CN" altLang="en-US" dirty="0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1028733"/>
            <a:ext cx="215685" cy="441325"/>
          </a:xfrm>
          <a:prstGeom prst="rect">
            <a:avLst/>
          </a:prstGeom>
          <a:solidFill>
            <a:srgbClr val="2F55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/>
            <a:endParaRPr lang="zh-CN" altLang="zh-CN" sz="24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665" b="0">
                <a:solidFill>
                  <a:srgbClr val="2F5597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9349" y="1028733"/>
            <a:ext cx="11521280" cy="4992555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6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213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8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2400" b="1">
                <a:latin typeface="+mn-lt"/>
                <a:ea typeface="+mn-ea"/>
              </a:defRPr>
            </a:lvl4pPr>
            <a:lvl5pPr>
              <a:defRPr sz="2135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70560" y="752687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base"/>
            <a:endParaRPr lang="zh-CN" altLang="en-US" sz="2400">
              <a:latin typeface="Arial" panose="020B0604020202020204" pitchFamily="34" charset="0"/>
              <a:ea typeface="黑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665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9349" y="1028733"/>
            <a:ext cx="11521280" cy="4896544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6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213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8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2400" b="1">
                <a:latin typeface="+mn-lt"/>
                <a:ea typeface="+mn-ea"/>
              </a:defRPr>
            </a:lvl4pPr>
            <a:lvl5pPr>
              <a:defRPr sz="2135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985"/>
            <a:ext cx="2844800" cy="363855"/>
          </a:xfrm>
        </p:spPr>
        <p:txBody>
          <a:bodyPr/>
          <a:lstStyle>
            <a:lvl1pPr>
              <a:defRPr/>
            </a:lvl1pPr>
          </a:lstStyle>
          <a:p>
            <a:fld id="{AC84F06B-68BB-49FF-9082-040D3B5B474B}" type="datetime1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985"/>
            <a:ext cx="3860800" cy="363855"/>
          </a:xfrm>
        </p:spPr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985"/>
            <a:ext cx="2844800" cy="363855"/>
          </a:xfrm>
        </p:spPr>
        <p:txBody>
          <a:bodyPr/>
          <a:lstStyle>
            <a:lvl1pPr>
              <a:defRPr/>
            </a:lvl1pPr>
          </a:lstStyle>
          <a:p>
            <a:fld id="{00E0E93F-4BAF-4B04-AF3C-1DA2743F9C80}" type="slidenum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665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371" y="1604797"/>
            <a:ext cx="11137237" cy="4183429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6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213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8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2400" b="1">
                <a:latin typeface="+mn-lt"/>
                <a:ea typeface="+mn-ea"/>
              </a:defRPr>
            </a:lvl4pPr>
            <a:lvl5pPr>
              <a:defRPr sz="2135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623392" y="1028733"/>
            <a:ext cx="9985109" cy="48005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35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  <a:endParaRPr lang="zh-CN" altLang="en-US" dirty="0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1028733"/>
            <a:ext cx="215685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/>
            <a:endParaRPr lang="zh-CN" altLang="zh-CN" sz="24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117600" y="8475133"/>
            <a:ext cx="3657600" cy="486833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有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接连接符 14"/>
          <p:cNvSpPr>
            <a:spLocks noChangeShapeType="1"/>
          </p:cNvSpPr>
          <p:nvPr userDrawn="1"/>
        </p:nvSpPr>
        <p:spPr bwMode="auto">
          <a:xfrm>
            <a:off x="2228851" y="1268417"/>
            <a:ext cx="0" cy="5589587"/>
          </a:xfrm>
          <a:prstGeom prst="line">
            <a:avLst/>
          </a:prstGeom>
          <a:noFill/>
          <a:ln w="9525">
            <a:solidFill>
              <a:srgbClr val="2F5597"/>
            </a:solidFill>
            <a:miter lim="800000"/>
            <a:head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ctr" fontAlgn="base"/>
            <a:endParaRPr lang="zh-CN" altLang="en-US" sz="240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665" b="0" dirty="0">
                <a:solidFill>
                  <a:srgbClr val="2F5597"/>
                </a:solidFill>
              </a:defRPr>
            </a:lvl1pPr>
          </a:lstStyle>
          <a:p>
            <a:pPr lvl="0" algn="r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2447595" y="1124745"/>
            <a:ext cx="9313035" cy="4992555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6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213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865" b="0">
                <a:solidFill>
                  <a:srgbClr val="2F5597"/>
                </a:solidFill>
                <a:latin typeface="+mn-ea"/>
                <a:ea typeface="+mn-ea"/>
              </a:defRPr>
            </a:lvl3pPr>
            <a:lvl4pPr>
              <a:defRPr sz="2400" b="1">
                <a:latin typeface="+mn-lt"/>
                <a:ea typeface="+mn-ea"/>
              </a:defRPr>
            </a:lvl4pPr>
            <a:lvl5pPr>
              <a:defRPr sz="2135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0" hasCustomPrompt="1"/>
          </p:nvPr>
        </p:nvSpPr>
        <p:spPr>
          <a:xfrm>
            <a:off x="143339" y="1124744"/>
            <a:ext cx="1920213" cy="4992555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6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213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8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2400" b="1">
                <a:latin typeface="+mn-lt"/>
                <a:ea typeface="+mn-ea"/>
              </a:defRPr>
            </a:lvl4pPr>
            <a:lvl5pPr>
              <a:defRPr sz="2135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单击此处编辑式</a:t>
            </a:r>
            <a:endParaRPr lang="zh-CN" altLang="en-US" dirty="0"/>
          </a:p>
        </p:txBody>
      </p:sp>
      <p:sp>
        <p:nvSpPr>
          <p:cNvPr id="6" name="文本框 5"/>
          <p:cNvSpPr txBox="1"/>
          <p:nvPr userDrawn="1"/>
        </p:nvSpPr>
        <p:spPr>
          <a:xfrm>
            <a:off x="12004040" y="6325447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base"/>
            <a:endParaRPr lang="zh-CN" altLang="en-US" sz="2400">
              <a:latin typeface="Arial" panose="020B0604020202020204" pitchFamily="34" charset="0"/>
              <a:ea typeface="黑体" panose="02010609060101010101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没有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zh-CN" altLang="en-US" sz="2665" b="0" dirty="0">
                <a:solidFill>
                  <a:srgbClr val="2F5597"/>
                </a:solidFill>
              </a:defRPr>
            </a:lvl1pPr>
          </a:lstStyle>
          <a:p>
            <a:pPr lvl="0" algn="r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>
            <p:ph type="ctrTitle"/>
          </p:nvPr>
        </p:nvSpPr>
        <p:spPr>
          <a:xfrm>
            <a:off x="914400" y="1670945"/>
            <a:ext cx="10363200" cy="1470025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algn="ctr">
              <a:defRPr sz="5335" b="1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4" name="副标题 2"/>
          <p:cNvSpPr>
            <a:spLocks noGrp="1"/>
          </p:cNvSpPr>
          <p:nvPr>
            <p:ph type="subTitle" idx="1"/>
          </p:nvPr>
        </p:nvSpPr>
        <p:spPr>
          <a:xfrm>
            <a:off x="911424" y="3044957"/>
            <a:ext cx="10369152" cy="7920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735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pic>
        <p:nvPicPr>
          <p:cNvPr id="23" name="图片 61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817" y="4110435"/>
            <a:ext cx="12206817" cy="2774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圆角矩形 4"/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auto">
          <a:xfrm>
            <a:off x="3257087" y="5283201"/>
            <a:ext cx="5719233" cy="479425"/>
          </a:xfrm>
          <a:prstGeom prst="roundRect">
            <a:avLst>
              <a:gd name="adj" fmla="val 7292"/>
            </a:avLst>
          </a:prstGeom>
          <a:solidFill>
            <a:srgbClr val="FFFFFF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42719B"/>
                </a:solidFill>
                <a:bevel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buFont typeface="Arial" panose="020B0604020202020204" pitchFamily="34" charset="0"/>
              <a:buNone/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文化启迪智慧  教育点亮人生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5" name="文本框 147"/>
          <p:cNvSpPr>
            <a:spLocks noChangeArrowheads="1"/>
          </p:cNvSpPr>
          <p:nvPr userDrawn="1"/>
        </p:nvSpPr>
        <p:spPr bwMode="auto">
          <a:xfrm>
            <a:off x="3257083" y="4677139"/>
            <a:ext cx="56896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《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网页设计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》  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计算机科学与技术学院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665" b="0">
                <a:solidFill>
                  <a:srgbClr val="2F5597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371" y="1604797"/>
            <a:ext cx="11137237" cy="4183429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6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213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8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2400" b="1">
                <a:latin typeface="+mn-lt"/>
                <a:ea typeface="+mn-ea"/>
              </a:defRPr>
            </a:lvl4pPr>
            <a:lvl5pPr>
              <a:defRPr sz="2135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623392" y="1028733"/>
            <a:ext cx="9985109" cy="48005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35" b="1">
                <a:solidFill>
                  <a:srgbClr val="2F559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  <a:endParaRPr lang="zh-CN" altLang="en-US" dirty="0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1028733"/>
            <a:ext cx="215685" cy="441325"/>
          </a:xfrm>
          <a:prstGeom prst="rect">
            <a:avLst/>
          </a:prstGeom>
          <a:solidFill>
            <a:srgbClr val="2F55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/>
            <a:endParaRPr lang="zh-CN" altLang="zh-CN" sz="24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不带方块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665" b="0">
                <a:solidFill>
                  <a:srgbClr val="2F5597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9349" y="1028733"/>
            <a:ext cx="11521280" cy="4992555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6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213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8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2400" b="1">
                <a:latin typeface="+mn-lt"/>
                <a:ea typeface="+mn-ea"/>
              </a:defRPr>
            </a:lvl4pPr>
            <a:lvl5pPr>
              <a:defRPr sz="2135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11" name="文本框 10"/>
          <p:cNvSpPr txBox="1"/>
          <p:nvPr userDrawn="1"/>
        </p:nvSpPr>
        <p:spPr>
          <a:xfrm>
            <a:off x="670560" y="752687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base"/>
            <a:endParaRPr lang="zh-CN" altLang="en-US" sz="2400">
              <a:latin typeface="Arial" panose="020B0604020202020204" pitchFamily="34" charset="0"/>
              <a:ea typeface="黑体" panose="02010609060101010101" charset="-122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665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9349" y="1028733"/>
            <a:ext cx="11521280" cy="4896544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6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213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8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2400" b="1">
                <a:latin typeface="+mn-lt"/>
                <a:ea typeface="+mn-ea"/>
              </a:defRPr>
            </a:lvl4pPr>
            <a:lvl5pPr>
              <a:defRPr sz="2135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320"/>
            <a:ext cx="109728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985"/>
            <a:ext cx="2844800" cy="363855"/>
          </a:xfrm>
        </p:spPr>
        <p:txBody>
          <a:bodyPr/>
          <a:lstStyle>
            <a:lvl1pPr>
              <a:defRPr/>
            </a:lvl1pPr>
          </a:lstStyle>
          <a:p>
            <a:fld id="{AC84F06B-68BB-49FF-9082-040D3B5B474B}" type="datetime1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985"/>
            <a:ext cx="3860800" cy="363855"/>
          </a:xfrm>
        </p:spPr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985"/>
            <a:ext cx="2844800" cy="363855"/>
          </a:xfrm>
        </p:spPr>
        <p:txBody>
          <a:bodyPr/>
          <a:lstStyle>
            <a:lvl1pPr>
              <a:defRPr/>
            </a:lvl1pPr>
          </a:lstStyle>
          <a:p>
            <a:fld id="{00E0E93F-4BAF-4B04-AF3C-1DA2743F9C80}" type="slidenum">
              <a:rPr lang="zh-CN" altLang="en-US"/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r">
              <a:defRPr sz="2665" b="0">
                <a:solidFill>
                  <a:srgbClr val="0070C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1371" y="1604797"/>
            <a:ext cx="11137237" cy="4183429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buSzPct val="100000"/>
              <a:buFont typeface="Wingdings" panose="05000000000000000000" pitchFamily="2" charset="2"/>
              <a:buChar char="n"/>
              <a:defRPr sz="26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  <a:lvl2pPr>
              <a:lnSpc>
                <a:spcPts val="2500"/>
              </a:lnSpc>
              <a:buSzPct val="100000"/>
              <a:buFont typeface="Wingdings" panose="05000000000000000000" pitchFamily="2" charset="2"/>
              <a:buChar char="u"/>
              <a:defRPr sz="213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2pPr>
            <a:lvl3pPr>
              <a:lnSpc>
                <a:spcPts val="2500"/>
              </a:lnSpc>
              <a:buClr>
                <a:srgbClr val="0E9CDE"/>
              </a:buClr>
              <a:buSzPct val="85000"/>
              <a:buFont typeface="Wingdings" panose="05000000000000000000" pitchFamily="2" charset="2"/>
              <a:buChar char="Ø"/>
              <a:defRPr sz="1865" b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3pPr>
            <a:lvl4pPr>
              <a:defRPr sz="2400" b="1">
                <a:latin typeface="+mn-lt"/>
                <a:ea typeface="+mn-ea"/>
              </a:defRPr>
            </a:lvl4pPr>
            <a:lvl5pPr>
              <a:defRPr sz="2135" b="1">
                <a:latin typeface="+mn-lt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0" hasCustomPrompt="1"/>
          </p:nvPr>
        </p:nvSpPr>
        <p:spPr>
          <a:xfrm>
            <a:off x="623392" y="1028733"/>
            <a:ext cx="9985109" cy="48005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135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</a:t>
            </a:r>
            <a:endParaRPr lang="zh-CN" altLang="en-US" dirty="0"/>
          </a:p>
        </p:txBody>
      </p:sp>
      <p:sp>
        <p:nvSpPr>
          <p:cNvPr id="10" name="矩形 17"/>
          <p:cNvSpPr>
            <a:spLocks noChangeArrowheads="1"/>
          </p:cNvSpPr>
          <p:nvPr userDrawn="1"/>
        </p:nvSpPr>
        <p:spPr bwMode="auto">
          <a:xfrm>
            <a:off x="0" y="1028733"/>
            <a:ext cx="215685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/>
            <a:endParaRPr lang="zh-CN" altLang="zh-CN" sz="24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117600" y="8475133"/>
            <a:ext cx="3657600" cy="486833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384800" y="8475133"/>
            <a:ext cx="5486400" cy="48683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1480800" y="8475133"/>
            <a:ext cx="3657600" cy="486833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4.png"/><Relationship Id="rId15" Type="http://schemas.openxmlformats.org/officeDocument/2006/relationships/tags" Target="../tags/tag2.xml"/><Relationship Id="rId14" Type="http://schemas.microsoft.com/office/2007/relationships/hdphoto" Target="../media/image3.wdp"/><Relationship Id="rId13" Type="http://schemas.openxmlformats.org/officeDocument/2006/relationships/image" Target="../media/image2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image" Target="../media/image5.png"/><Relationship Id="rId12" Type="http://schemas.microsoft.com/office/2007/relationships/hdphoto" Target="../media/image3.wdp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4" Type="http://schemas.openxmlformats.org/officeDocument/2006/relationships/theme" Target="../theme/theme3.xml"/><Relationship Id="rId13" Type="http://schemas.openxmlformats.org/officeDocument/2006/relationships/image" Target="../media/image5.png"/><Relationship Id="rId12" Type="http://schemas.microsoft.com/office/2007/relationships/hdphoto" Target="../media/image3.wdp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3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17"/>
          <p:cNvSpPr>
            <a:spLocks noChangeArrowheads="1"/>
          </p:cNvSpPr>
          <p:nvPr userDrawn="1"/>
        </p:nvSpPr>
        <p:spPr bwMode="auto">
          <a:xfrm>
            <a:off x="11498263" y="6257928"/>
            <a:ext cx="696912" cy="441325"/>
          </a:xfrm>
          <a:prstGeom prst="rect">
            <a:avLst/>
          </a:prstGeom>
          <a:solidFill>
            <a:srgbClr val="2F55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/>
            <a:endParaRPr lang="zh-CN" altLang="zh-CN" sz="24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8" name="矩形 31"/>
          <p:cNvSpPr>
            <a:spLocks noChangeArrowheads="1"/>
          </p:cNvSpPr>
          <p:nvPr userDrawn="1"/>
        </p:nvSpPr>
        <p:spPr bwMode="auto">
          <a:xfrm flipV="1">
            <a:off x="4" y="740701"/>
            <a:ext cx="12195175" cy="54835"/>
          </a:xfrm>
          <a:prstGeom prst="rect">
            <a:avLst/>
          </a:prstGeom>
          <a:solidFill>
            <a:srgbClr val="2F55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/>
            <a:endParaRPr lang="zh-CN" altLang="zh-CN" sz="24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9" name="TextBox 15"/>
          <p:cNvSpPr>
            <a:spLocks noChangeArrowheads="1"/>
          </p:cNvSpPr>
          <p:nvPr userDrawn="1"/>
        </p:nvSpPr>
        <p:spPr bwMode="auto">
          <a:xfrm>
            <a:off x="11846959" y="6308725"/>
            <a:ext cx="382270" cy="420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/>
            <a:fld id="{F0D41CE8-2465-49E5-8469-C528E9CDFDF7}" type="slidenum">
              <a:rPr lang="zh-CN" altLang="en-US" sz="2135">
                <a:solidFill>
                  <a:schemeClr val="bg1"/>
                </a:solidFill>
                <a:latin typeface="Calibri" panose="020F0502020204030204" charset="0"/>
                <a:sym typeface="宋体" panose="02010600030101010101" pitchFamily="2" charset="-122"/>
              </a:rPr>
            </a:fld>
            <a:r>
              <a:rPr lang="zh-CN" altLang="en-US" sz="2135">
                <a:solidFill>
                  <a:schemeClr val="bg1"/>
                </a:solidFill>
                <a:latin typeface="Calibri" panose="020F0502020204030204" charset="0"/>
                <a:sym typeface="宋体" panose="02010600030101010101" pitchFamily="2" charset="-122"/>
              </a:rPr>
              <a:t> </a:t>
            </a:r>
            <a:endParaRPr lang="zh-CN" altLang="en-US" sz="2135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67970" y="137795"/>
            <a:ext cx="1954530" cy="4914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1217295" indent="-121729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  <a:sym typeface="Browallia New" panose="020B0604020202020204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9pPr>
    </p:titleStyle>
    <p:bodyStyle>
      <a:lvl1pPr marL="302895" indent="-302895" algn="l" rtl="0" eaLnBrk="0" fontAlgn="base" hangingPunct="0">
        <a:lnSpc>
          <a:spcPct val="90000"/>
        </a:lnSpc>
        <a:spcBef>
          <a:spcPct val="267000"/>
        </a:spcBef>
        <a:spcAft>
          <a:spcPct val="0"/>
        </a:spcAft>
        <a:buFont typeface="Arial" panose="020B0604020202020204" pitchFamily="34" charset="0"/>
        <a:buChar char="•"/>
        <a:defRPr sz="3735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1pPr>
      <a:lvl2pPr marL="912495" indent="-302895" algn="l" rtl="0" eaLnBrk="0" fontAlgn="base" hangingPunct="0">
        <a:lnSpc>
          <a:spcPct val="90000"/>
        </a:lnSpc>
        <a:spcBef>
          <a:spcPct val="134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2pPr>
      <a:lvl3pPr marL="1522095" indent="-302895" algn="l" rtl="0" eaLnBrk="0" fontAlgn="base" hangingPunct="0">
        <a:lnSpc>
          <a:spcPct val="90000"/>
        </a:lnSpc>
        <a:spcBef>
          <a:spcPct val="134000"/>
        </a:spcBef>
        <a:spcAft>
          <a:spcPct val="0"/>
        </a:spcAft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3pPr>
      <a:lvl4pPr marL="2131695" indent="-302895" algn="l" rtl="0" eaLnBrk="0" fontAlgn="base" hangingPunct="0">
        <a:lnSpc>
          <a:spcPct val="90000"/>
        </a:lnSpc>
        <a:spcBef>
          <a:spcPct val="134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4pPr>
      <a:lvl5pPr marL="2741295" indent="-302895" algn="l" rtl="0" eaLnBrk="0" fontAlgn="base" hangingPunct="0">
        <a:lnSpc>
          <a:spcPct val="90000"/>
        </a:lnSpc>
        <a:spcBef>
          <a:spcPct val="134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5pPr>
      <a:lvl6pPr marL="3352800" indent="-304800" algn="l" defTabSz="1218565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3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17"/>
          <p:cNvSpPr>
            <a:spLocks noChangeArrowheads="1"/>
          </p:cNvSpPr>
          <p:nvPr userDrawn="1"/>
        </p:nvSpPr>
        <p:spPr bwMode="auto">
          <a:xfrm>
            <a:off x="11498263" y="6257928"/>
            <a:ext cx="696912" cy="441325"/>
          </a:xfrm>
          <a:prstGeom prst="rect">
            <a:avLst/>
          </a:prstGeom>
          <a:solidFill>
            <a:srgbClr val="2F55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/>
            <a:endParaRPr lang="zh-CN" altLang="zh-CN" sz="24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8" name="矩形 31"/>
          <p:cNvSpPr>
            <a:spLocks noChangeArrowheads="1"/>
          </p:cNvSpPr>
          <p:nvPr userDrawn="1"/>
        </p:nvSpPr>
        <p:spPr bwMode="auto">
          <a:xfrm flipV="1">
            <a:off x="4" y="740701"/>
            <a:ext cx="12195175" cy="54835"/>
          </a:xfrm>
          <a:prstGeom prst="rect">
            <a:avLst/>
          </a:prstGeom>
          <a:solidFill>
            <a:srgbClr val="2F55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/>
            <a:endParaRPr lang="zh-CN" altLang="zh-CN" sz="24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9" name="TextBox 15"/>
          <p:cNvSpPr>
            <a:spLocks noChangeArrowheads="1"/>
          </p:cNvSpPr>
          <p:nvPr userDrawn="1"/>
        </p:nvSpPr>
        <p:spPr bwMode="auto">
          <a:xfrm>
            <a:off x="11778061" y="6308725"/>
            <a:ext cx="520065" cy="420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/>
            <a:fld id="{F0D41CE8-2465-49E5-8469-C528E9CDFDF7}" type="slidenum">
              <a:rPr lang="zh-CN" altLang="en-US" sz="2135">
                <a:solidFill>
                  <a:schemeClr val="bg1"/>
                </a:solidFill>
                <a:latin typeface="Calibri" panose="020F0502020204030204" charset="0"/>
                <a:sym typeface="宋体" panose="02010600030101010101" pitchFamily="2" charset="-122"/>
              </a:rPr>
            </a:fld>
            <a:r>
              <a:rPr lang="zh-CN" altLang="en-US" sz="2135">
                <a:solidFill>
                  <a:schemeClr val="bg1"/>
                </a:solidFill>
                <a:latin typeface="Calibri" panose="020F0502020204030204" charset="0"/>
                <a:sym typeface="宋体" panose="02010600030101010101" pitchFamily="2" charset="-122"/>
              </a:rPr>
              <a:t> </a:t>
            </a:r>
            <a:endParaRPr lang="zh-CN" altLang="en-US" sz="2135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3" name="图片 2" descr="振涛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31800" y="-26247"/>
            <a:ext cx="1797473" cy="7569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marL="1217295" indent="-121729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  <a:sym typeface="Browallia New" panose="020B0604020202020204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9pPr>
    </p:titleStyle>
    <p:bodyStyle>
      <a:lvl1pPr marL="302895" indent="-302895" algn="l" rtl="0" eaLnBrk="0" fontAlgn="base" hangingPunct="0">
        <a:lnSpc>
          <a:spcPct val="90000"/>
        </a:lnSpc>
        <a:spcBef>
          <a:spcPct val="267000"/>
        </a:spcBef>
        <a:spcAft>
          <a:spcPct val="0"/>
        </a:spcAft>
        <a:buFont typeface="Arial" panose="020B0604020202020204" pitchFamily="34" charset="0"/>
        <a:buChar char="•"/>
        <a:defRPr sz="3735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1pPr>
      <a:lvl2pPr marL="912495" indent="-302895" algn="l" rtl="0" eaLnBrk="0" fontAlgn="base" hangingPunct="0">
        <a:lnSpc>
          <a:spcPct val="90000"/>
        </a:lnSpc>
        <a:spcBef>
          <a:spcPct val="134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2pPr>
      <a:lvl3pPr marL="1522095" indent="-302895" algn="l" rtl="0" eaLnBrk="0" fontAlgn="base" hangingPunct="0">
        <a:lnSpc>
          <a:spcPct val="90000"/>
        </a:lnSpc>
        <a:spcBef>
          <a:spcPct val="134000"/>
        </a:spcBef>
        <a:spcAft>
          <a:spcPct val="0"/>
        </a:spcAft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3pPr>
      <a:lvl4pPr marL="2131695" indent="-302895" algn="l" rtl="0" eaLnBrk="0" fontAlgn="base" hangingPunct="0">
        <a:lnSpc>
          <a:spcPct val="90000"/>
        </a:lnSpc>
        <a:spcBef>
          <a:spcPct val="134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4pPr>
      <a:lvl5pPr marL="2741295" indent="-302895" algn="l" rtl="0" eaLnBrk="0" fontAlgn="base" hangingPunct="0">
        <a:lnSpc>
          <a:spcPct val="90000"/>
        </a:lnSpc>
        <a:spcBef>
          <a:spcPct val="134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5pPr>
      <a:lvl6pPr marL="3352800" indent="-304800" algn="l" defTabSz="1218565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3"/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17"/>
          <p:cNvSpPr>
            <a:spLocks noChangeArrowheads="1"/>
          </p:cNvSpPr>
          <p:nvPr userDrawn="1"/>
        </p:nvSpPr>
        <p:spPr bwMode="auto">
          <a:xfrm>
            <a:off x="11498263" y="6257928"/>
            <a:ext cx="696912" cy="441325"/>
          </a:xfrm>
          <a:prstGeom prst="rect">
            <a:avLst/>
          </a:prstGeom>
          <a:solidFill>
            <a:srgbClr val="2F55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/>
            <a:endParaRPr lang="zh-CN" altLang="zh-CN" sz="24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8" name="矩形 31"/>
          <p:cNvSpPr>
            <a:spLocks noChangeArrowheads="1"/>
          </p:cNvSpPr>
          <p:nvPr userDrawn="1"/>
        </p:nvSpPr>
        <p:spPr bwMode="auto">
          <a:xfrm flipV="1">
            <a:off x="4" y="740701"/>
            <a:ext cx="12195175" cy="54835"/>
          </a:xfrm>
          <a:prstGeom prst="rect">
            <a:avLst/>
          </a:prstGeom>
          <a:solidFill>
            <a:srgbClr val="2F55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/>
            <a:endParaRPr lang="zh-CN" altLang="zh-CN" sz="24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9" name="TextBox 15"/>
          <p:cNvSpPr>
            <a:spLocks noChangeArrowheads="1"/>
          </p:cNvSpPr>
          <p:nvPr userDrawn="1"/>
        </p:nvSpPr>
        <p:spPr bwMode="auto">
          <a:xfrm>
            <a:off x="11709164" y="6308725"/>
            <a:ext cx="657860" cy="420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/>
            <a:fld id="{F0D41CE8-2465-49E5-8469-C528E9CDFDF7}" type="slidenum">
              <a:rPr lang="zh-CN" altLang="en-US" sz="2135">
                <a:solidFill>
                  <a:schemeClr val="bg1"/>
                </a:solidFill>
                <a:latin typeface="Calibri" panose="020F0502020204030204" charset="0"/>
                <a:sym typeface="宋体" panose="02010600030101010101" pitchFamily="2" charset="-122"/>
              </a:rPr>
            </a:fld>
            <a:r>
              <a:rPr lang="zh-CN" altLang="en-US" sz="2135">
                <a:solidFill>
                  <a:schemeClr val="bg1"/>
                </a:solidFill>
                <a:latin typeface="Calibri" panose="020F0502020204030204" charset="0"/>
                <a:sym typeface="宋体" panose="02010600030101010101" pitchFamily="2" charset="-122"/>
              </a:rPr>
              <a:t> </a:t>
            </a:r>
            <a:endParaRPr lang="zh-CN" altLang="en-US" sz="2135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pic>
        <p:nvPicPr>
          <p:cNvPr id="3" name="图片 2" descr="振涛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31800" y="-26247"/>
            <a:ext cx="1797473" cy="7569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</p:sldLayoutIdLst>
  <p:txStyles>
    <p:titleStyle>
      <a:lvl1pPr marL="1217295" indent="-1217295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  <a:sym typeface="Browallia New" panose="020B0604020202020204" charset="0"/>
        </a:defRPr>
      </a:lvl1pPr>
      <a:lvl2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2pPr>
      <a:lvl3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3pPr>
      <a:lvl4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4pPr>
      <a:lvl5pPr marL="913130" indent="-91313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Browallia New" panose="020B0604020202020204" charset="0"/>
          <a:ea typeface="微软雅黑" panose="020B0503020204020204" charset="-122"/>
          <a:sym typeface="Browallia New" panose="020B0604020202020204" charset="0"/>
        </a:defRPr>
      </a:lvl9pPr>
    </p:titleStyle>
    <p:bodyStyle>
      <a:lvl1pPr marL="302895" indent="-302895" algn="l" rtl="0" eaLnBrk="0" fontAlgn="base" hangingPunct="0">
        <a:lnSpc>
          <a:spcPct val="90000"/>
        </a:lnSpc>
        <a:spcBef>
          <a:spcPct val="267000"/>
        </a:spcBef>
        <a:spcAft>
          <a:spcPct val="0"/>
        </a:spcAft>
        <a:buFont typeface="Arial" panose="020B0604020202020204" pitchFamily="34" charset="0"/>
        <a:buChar char="•"/>
        <a:defRPr sz="3735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1pPr>
      <a:lvl2pPr marL="912495" indent="-302895" algn="l" rtl="0" eaLnBrk="0" fontAlgn="base" hangingPunct="0">
        <a:lnSpc>
          <a:spcPct val="90000"/>
        </a:lnSpc>
        <a:spcBef>
          <a:spcPct val="134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2pPr>
      <a:lvl3pPr marL="1522095" indent="-302895" algn="l" rtl="0" eaLnBrk="0" fontAlgn="base" hangingPunct="0">
        <a:lnSpc>
          <a:spcPct val="90000"/>
        </a:lnSpc>
        <a:spcBef>
          <a:spcPct val="134000"/>
        </a:spcBef>
        <a:spcAft>
          <a:spcPct val="0"/>
        </a:spcAft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3pPr>
      <a:lvl4pPr marL="2131695" indent="-302895" algn="l" rtl="0" eaLnBrk="0" fontAlgn="base" hangingPunct="0">
        <a:lnSpc>
          <a:spcPct val="90000"/>
        </a:lnSpc>
        <a:spcBef>
          <a:spcPct val="134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4pPr>
      <a:lvl5pPr marL="2741295" indent="-302895" algn="l" rtl="0" eaLnBrk="0" fontAlgn="base" hangingPunct="0">
        <a:lnSpc>
          <a:spcPct val="90000"/>
        </a:lnSpc>
        <a:spcBef>
          <a:spcPct val="134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charset="0"/>
        </a:defRPr>
      </a:lvl5pPr>
      <a:lvl6pPr marL="3352800" indent="-304800" algn="l" defTabSz="1218565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lnSpc>
          <a:spcPct val="90000"/>
        </a:lnSpc>
        <a:spcBef>
          <a:spcPct val="134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jpeg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image" Target="../media/image6.png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3.xml"/><Relationship Id="rId8" Type="http://schemas.openxmlformats.org/officeDocument/2006/relationships/image" Target="../media/image7.jpeg"/><Relationship Id="rId7" Type="http://schemas.openxmlformats.org/officeDocument/2006/relationships/image" Target="../media/image10.png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../media/image6.png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矩形 17"/>
          <p:cNvSpPr/>
          <p:nvPr/>
        </p:nvSpPr>
        <p:spPr>
          <a:xfrm>
            <a:off x="-48260" y="-22860"/>
            <a:ext cx="12289367" cy="7004473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p>
            <a:pPr marL="224155" indent="-224155" algn="l" defTabSz="381000" fontAlgn="base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sz="2400">
                <a:latin typeface="Arial" panose="020B0604020202020204" pitchFamily="34" charset="0"/>
                <a:ea typeface="黑体" panose="02010609060101010101" charset="-122"/>
                <a:sym typeface="+mn-ea"/>
              </a:rPr>
              <a:t>预备课</a:t>
            </a:r>
            <a:endParaRPr lang="zh-CN" altLang="en-US" sz="2400">
              <a:latin typeface="Arial" panose="020B0604020202020204" pitchFamily="34" charset="0"/>
              <a:ea typeface="黑体" panose="02010609060101010101" charset="-122"/>
              <a:sym typeface="+mn-ea"/>
            </a:endParaRPr>
          </a:p>
        </p:txBody>
      </p:sp>
      <p:sp>
        <p:nvSpPr>
          <p:cNvPr id="12" name="任意多边形: 形状 7"/>
          <p:cNvSpPr/>
          <p:nvPr userDrawn="1">
            <p:custDataLst>
              <p:tags r:id="rId1"/>
            </p:custDataLst>
          </p:nvPr>
        </p:nvSpPr>
        <p:spPr>
          <a:xfrm rot="20367676">
            <a:off x="8811260" y="-1078653"/>
            <a:ext cx="4728633" cy="4726093"/>
          </a:xfrm>
          <a:custGeom>
            <a:avLst/>
            <a:gdLst>
              <a:gd name="connsiteX0" fmla="*/ 978549 w 5763409"/>
              <a:gd name="connsiteY0" fmla="*/ 0 h 5759446"/>
              <a:gd name="connsiteX1" fmla="*/ 3610297 w 5763409"/>
              <a:gd name="connsiteY1" fmla="*/ 985999 h 5759446"/>
              <a:gd name="connsiteX2" fmla="*/ 5763409 w 5763409"/>
              <a:gd name="connsiteY2" fmla="*/ 1980339 h 5759446"/>
              <a:gd name="connsiteX3" fmla="*/ 5091884 w 5763409"/>
              <a:gd name="connsiteY3" fmla="*/ 3772718 h 5759446"/>
              <a:gd name="connsiteX4" fmla="*/ 4182409 w 5763409"/>
              <a:gd name="connsiteY4" fmla="*/ 5759446 h 5759446"/>
              <a:gd name="connsiteX5" fmla="*/ 951530 w 5763409"/>
              <a:gd name="connsiteY5" fmla="*/ 5759446 h 5759446"/>
              <a:gd name="connsiteX6" fmla="*/ 0 w 5763409"/>
              <a:gd name="connsiteY6" fmla="*/ 4799519 h 5759446"/>
              <a:gd name="connsiteX7" fmla="*/ 0 w 5763409"/>
              <a:gd name="connsiteY7" fmla="*/ 959927 h 5759446"/>
              <a:gd name="connsiteX8" fmla="*/ 951531 w 5763409"/>
              <a:gd name="connsiteY8" fmla="*/ 0 h 5759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63409" h="5759446">
                <a:moveTo>
                  <a:pt x="978549" y="0"/>
                </a:moveTo>
                <a:lnTo>
                  <a:pt x="3610297" y="985999"/>
                </a:lnTo>
                <a:lnTo>
                  <a:pt x="5763409" y="1980339"/>
                </a:lnTo>
                <a:lnTo>
                  <a:pt x="5091884" y="3772718"/>
                </a:lnTo>
                <a:lnTo>
                  <a:pt x="4182409" y="5759446"/>
                </a:lnTo>
                <a:lnTo>
                  <a:pt x="951530" y="5759446"/>
                </a:lnTo>
                <a:cubicBezTo>
                  <a:pt x="426014" y="5759447"/>
                  <a:pt x="0" y="5329673"/>
                  <a:pt x="0" y="4799519"/>
                </a:cubicBezTo>
                <a:lnTo>
                  <a:pt x="0" y="959927"/>
                </a:lnTo>
                <a:cubicBezTo>
                  <a:pt x="0" y="429774"/>
                  <a:pt x="426015" y="0"/>
                  <a:pt x="951531" y="0"/>
                </a:cubicBezTo>
                <a:close/>
              </a:path>
            </a:pathLst>
          </a:cu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z="2400">
              <a:solidFill>
                <a:schemeClr val="lt1"/>
              </a:solidFill>
            </a:endParaRPr>
          </a:p>
        </p:txBody>
      </p:sp>
      <p:sp>
        <p:nvSpPr>
          <p:cNvPr id="13" name="任意多边形 37"/>
          <p:cNvSpPr/>
          <p:nvPr userDrawn="1">
            <p:custDataLst>
              <p:tags r:id="rId2"/>
            </p:custDataLst>
          </p:nvPr>
        </p:nvSpPr>
        <p:spPr>
          <a:xfrm rot="20083528">
            <a:off x="10607887" y="5899573"/>
            <a:ext cx="2449407" cy="1446107"/>
          </a:xfrm>
          <a:custGeom>
            <a:avLst/>
            <a:gdLst>
              <a:gd name="connsiteX0" fmla="*/ 3298724 w 3440215"/>
              <a:gd name="connsiteY0" fmla="*/ 44260 h 2030486"/>
              <a:gd name="connsiteX1" fmla="*/ 3437751 w 3440215"/>
              <a:gd name="connsiteY1" fmla="*/ 128610 h 2030486"/>
              <a:gd name="connsiteX2" fmla="*/ 3440215 w 3440215"/>
              <a:gd name="connsiteY2" fmla="*/ 130959 h 2030486"/>
              <a:gd name="connsiteX3" fmla="*/ 2543345 w 3440215"/>
              <a:gd name="connsiteY3" fmla="*/ 2030486 h 2030486"/>
              <a:gd name="connsiteX4" fmla="*/ 1 w 3440215"/>
              <a:gd name="connsiteY4" fmla="*/ 829635 h 2030486"/>
              <a:gd name="connsiteX5" fmla="*/ 0 w 3440215"/>
              <a:gd name="connsiteY5" fmla="*/ 563210 h 2030486"/>
              <a:gd name="connsiteX6" fmla="*/ 563210 w 3440215"/>
              <a:gd name="connsiteY6" fmla="*/ 0 h 2030486"/>
              <a:gd name="connsiteX7" fmla="*/ 3079497 w 3440215"/>
              <a:gd name="connsiteY7" fmla="*/ 0 h 2030486"/>
              <a:gd name="connsiteX8" fmla="*/ 3298724 w 3440215"/>
              <a:gd name="connsiteY8" fmla="*/ 44260 h 203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40215" h="2030486">
                <a:moveTo>
                  <a:pt x="3298724" y="44260"/>
                </a:moveTo>
                <a:cubicBezTo>
                  <a:pt x="3349260" y="65635"/>
                  <a:pt x="3396026" y="94176"/>
                  <a:pt x="3437751" y="128610"/>
                </a:cubicBezTo>
                <a:lnTo>
                  <a:pt x="3440215" y="130959"/>
                </a:lnTo>
                <a:lnTo>
                  <a:pt x="2543345" y="2030486"/>
                </a:lnTo>
                <a:lnTo>
                  <a:pt x="1" y="829635"/>
                </a:lnTo>
                <a:lnTo>
                  <a:pt x="0" y="563210"/>
                </a:lnTo>
                <a:cubicBezTo>
                  <a:pt x="0" y="252158"/>
                  <a:pt x="252158" y="1"/>
                  <a:pt x="563210" y="0"/>
                </a:cubicBezTo>
                <a:lnTo>
                  <a:pt x="3079497" y="0"/>
                </a:lnTo>
                <a:cubicBezTo>
                  <a:pt x="3157260" y="0"/>
                  <a:pt x="3231342" y="15760"/>
                  <a:pt x="3298724" y="44260"/>
                </a:cubicBezTo>
                <a:close/>
              </a:path>
            </a:pathLst>
          </a:cu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2400" dirty="0">
              <a:solidFill>
                <a:schemeClr val="lt1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313" y="-11007"/>
            <a:ext cx="4069080" cy="3798147"/>
          </a:xfrm>
          <a:prstGeom prst="rect">
            <a:avLst/>
          </a:prstGeom>
        </p:spPr>
      </p:pic>
      <p:sp>
        <p:nvSpPr>
          <p:cNvPr id="19" name="标题 18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0" y="2618740"/>
            <a:ext cx="9568815" cy="1120775"/>
          </a:xfrm>
        </p:spPr>
        <p:txBody>
          <a:bodyPr lIns="120000" tIns="62400" rIns="120000" bIns="0" anchor="b" anchorCtr="0">
            <a:noAutofit/>
          </a:bodyPr>
          <a:lstStyle>
            <a:lvl1pPr algn="l">
              <a:defRPr sz="4400" spc="600" baseline="0"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algn="ctr"/>
            <a:r>
              <a:rPr lang="zh-CN" altLang="en-US" sz="4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课节名称</a:t>
            </a:r>
            <a:endParaRPr lang="zh-CN" altLang="en-US" sz="4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副标题 19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893176" y="3926045"/>
            <a:ext cx="7274383" cy="799253"/>
          </a:xfrm>
          <a:solidFill>
            <a:srgbClr val="2F5597"/>
          </a:solidFill>
        </p:spPr>
        <p:txBody>
          <a:bodyPr lIns="120000" tIns="0" rIns="120000" bIns="62400" anchor="ctr" anchorCtr="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zh-CN" altLang="en-US" dirty="0"/>
              <a:t>×</a:t>
            </a:r>
            <a:r>
              <a:rPr lang="zh-CN" altLang="en-US" dirty="0">
                <a:sym typeface="+mn-ea"/>
              </a:rPr>
              <a:t>××××</a:t>
            </a:r>
            <a:r>
              <a:rPr lang="zh-CN" altLang="en-US" dirty="0"/>
              <a:t>学段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1377527" y="4842087"/>
            <a:ext cx="6453293" cy="1241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base"/>
            <a:r>
              <a:rPr lang="zh-CN" altLang="en-US" sz="3735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文化启迪智慧</a:t>
            </a:r>
            <a:r>
              <a:rPr lang="en-US" altLang="zh-CN" sz="3735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3735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教育点亮人生</a:t>
            </a:r>
            <a:endParaRPr lang="zh-CN" altLang="en-US" sz="3735">
              <a:solidFill>
                <a:schemeClr val="dk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fontAlgn="base"/>
            <a:endParaRPr lang="zh-CN" altLang="en-US" sz="3735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任意多边形 37"/>
          <p:cNvSpPr/>
          <p:nvPr userDrawn="1">
            <p:custDataLst>
              <p:tags r:id="rId7"/>
            </p:custDataLst>
          </p:nvPr>
        </p:nvSpPr>
        <p:spPr>
          <a:xfrm rot="8443527">
            <a:off x="-1115060" y="-470747"/>
            <a:ext cx="2449407" cy="1446107"/>
          </a:xfrm>
          <a:custGeom>
            <a:avLst/>
            <a:gdLst>
              <a:gd name="connsiteX0" fmla="*/ 3298724 w 3440215"/>
              <a:gd name="connsiteY0" fmla="*/ 44260 h 2030486"/>
              <a:gd name="connsiteX1" fmla="*/ 3437751 w 3440215"/>
              <a:gd name="connsiteY1" fmla="*/ 128610 h 2030486"/>
              <a:gd name="connsiteX2" fmla="*/ 3440215 w 3440215"/>
              <a:gd name="connsiteY2" fmla="*/ 130959 h 2030486"/>
              <a:gd name="connsiteX3" fmla="*/ 2543345 w 3440215"/>
              <a:gd name="connsiteY3" fmla="*/ 2030486 h 2030486"/>
              <a:gd name="connsiteX4" fmla="*/ 1 w 3440215"/>
              <a:gd name="connsiteY4" fmla="*/ 829635 h 2030486"/>
              <a:gd name="connsiteX5" fmla="*/ 0 w 3440215"/>
              <a:gd name="connsiteY5" fmla="*/ 563210 h 2030486"/>
              <a:gd name="connsiteX6" fmla="*/ 563210 w 3440215"/>
              <a:gd name="connsiteY6" fmla="*/ 0 h 2030486"/>
              <a:gd name="connsiteX7" fmla="*/ 3079497 w 3440215"/>
              <a:gd name="connsiteY7" fmla="*/ 0 h 2030486"/>
              <a:gd name="connsiteX8" fmla="*/ 3298724 w 3440215"/>
              <a:gd name="connsiteY8" fmla="*/ 44260 h 203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40215" h="2030486">
                <a:moveTo>
                  <a:pt x="3298724" y="44260"/>
                </a:moveTo>
                <a:cubicBezTo>
                  <a:pt x="3349260" y="65635"/>
                  <a:pt x="3396026" y="94176"/>
                  <a:pt x="3437751" y="128610"/>
                </a:cubicBezTo>
                <a:lnTo>
                  <a:pt x="3440215" y="130959"/>
                </a:lnTo>
                <a:lnTo>
                  <a:pt x="2543345" y="2030486"/>
                </a:lnTo>
                <a:lnTo>
                  <a:pt x="1" y="829635"/>
                </a:lnTo>
                <a:lnTo>
                  <a:pt x="0" y="563210"/>
                </a:lnTo>
                <a:cubicBezTo>
                  <a:pt x="0" y="252158"/>
                  <a:pt x="252158" y="1"/>
                  <a:pt x="563210" y="0"/>
                </a:cubicBezTo>
                <a:lnTo>
                  <a:pt x="3079497" y="0"/>
                </a:lnTo>
                <a:cubicBezTo>
                  <a:pt x="3157260" y="0"/>
                  <a:pt x="3231342" y="15760"/>
                  <a:pt x="3298724" y="44260"/>
                </a:cubicBezTo>
                <a:close/>
              </a:path>
            </a:pathLst>
          </a:cu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2400" dirty="0">
              <a:solidFill>
                <a:srgbClr val="2F5597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26110" y="1992630"/>
            <a:ext cx="817626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fontAlgn="base"/>
            <a:r>
              <a:rPr lang="zh-CN" altLang="en-US" sz="4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第××单元</a:t>
            </a:r>
            <a:r>
              <a:rPr lang="en-US" altLang="zh-CN" sz="4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zh-CN" altLang="en-US" sz="4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《单元名称》</a:t>
            </a:r>
            <a:endParaRPr lang="zh-CN" altLang="en-US" sz="44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23" descr="C:/Users/Administrator/Desktop/ed46308b57dc48adfff88b9f7232eb28.jpged46308b57dc48adfff88b9f7232eb28"/>
          <p:cNvPicPr>
            <a:picLocks noChangeAspect="1"/>
          </p:cNvPicPr>
          <p:nvPr/>
        </p:nvPicPr>
        <p:blipFill>
          <a:blip r:embed="rId8"/>
          <a:srcRect r="-1043"/>
          <a:stretch>
            <a:fillRect/>
          </a:stretch>
        </p:blipFill>
        <p:spPr>
          <a:xfrm>
            <a:off x="1189355" y="345440"/>
            <a:ext cx="2435860" cy="6134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2927652" y="188643"/>
            <a:ext cx="9025169" cy="460375"/>
          </a:xfrm>
        </p:spPr>
        <p:txBody>
          <a:bodyPr/>
          <a:p>
            <a:r>
              <a:rPr lang="zh-CN" altLang="en-US"/>
              <a:t>课堂礼仪</a:t>
            </a:r>
            <a:endParaRPr lang="zh-CN" altLang="en-US"/>
          </a:p>
        </p:txBody>
      </p:sp>
      <p:sp>
        <p:nvSpPr>
          <p:cNvPr id="2" name="文本框 1" descr="7b0a2020202022776f7264617274223a20227b5c2269645c223a32353030313231392c5c227469645c223a31333530357d220a7d0a"/>
          <p:cNvSpPr txBox="1"/>
          <p:nvPr/>
        </p:nvSpPr>
        <p:spPr>
          <a:xfrm>
            <a:off x="720513" y="2092960"/>
            <a:ext cx="1480820" cy="6661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base">
              <a:buClrTx/>
              <a:buSzTx/>
              <a:buFontTx/>
            </a:pPr>
            <a:r>
              <a:rPr lang="zh-CN" altLang="en-US" sz="3735" b="1">
                <a:ln w="10287" cmpd="sng">
                  <a:gradFill>
                    <a:gsLst>
                      <a:gs pos="0">
                        <a:srgbClr val="729777"/>
                      </a:gs>
                      <a:gs pos="25000">
                        <a:srgbClr val="EA7256">
                          <a:lumMod val="100000"/>
                        </a:srgbClr>
                      </a:gs>
                      <a:gs pos="25000">
                        <a:srgbClr val="EA7256"/>
                      </a:gs>
                      <a:gs pos="75000">
                        <a:srgbClr val="EA7256"/>
                      </a:gs>
                      <a:gs pos="100000">
                        <a:srgbClr val="729777"/>
                      </a:gs>
                      <a:gs pos="50000">
                        <a:srgbClr val="729777"/>
                      </a:gs>
                    </a:gsLst>
                    <a:lin ang="10800000" scaled="1"/>
                  </a:gradFill>
                </a:ln>
                <a:solidFill>
                  <a:srgbClr val="0070C0"/>
                </a:solidFill>
                <a:effectLst>
                  <a:reflection blurRad="1143" stA="55000" endA="300" endPos="45500" dir="5400000" sy="-100000" algn="bl" rotWithShape="0"/>
                </a:effectLst>
                <a:latin typeface="汉仪铸字黑魔法W" panose="00020600040101010101" charset="-122"/>
                <a:ea typeface="汉仪铸字黑魔法W" panose="00020600040101010101" charset="-122"/>
                <a:sym typeface="+mn-ea"/>
              </a:rPr>
              <a:t>起立</a:t>
            </a:r>
            <a:endParaRPr lang="zh-CN" altLang="en-US" sz="3735" b="1">
              <a:ln w="10287" cmpd="sng">
                <a:gradFill>
                  <a:gsLst>
                    <a:gs pos="0">
                      <a:srgbClr val="729777"/>
                    </a:gs>
                    <a:gs pos="25000">
                      <a:srgbClr val="EA7256">
                        <a:lumMod val="100000"/>
                      </a:srgbClr>
                    </a:gs>
                    <a:gs pos="25000">
                      <a:srgbClr val="EA7256"/>
                    </a:gs>
                    <a:gs pos="75000">
                      <a:srgbClr val="EA7256"/>
                    </a:gs>
                    <a:gs pos="100000">
                      <a:srgbClr val="729777"/>
                    </a:gs>
                    <a:gs pos="50000">
                      <a:srgbClr val="729777"/>
                    </a:gs>
                  </a:gsLst>
                  <a:lin ang="10800000" scaled="1"/>
                </a:gradFill>
              </a:ln>
              <a:solidFill>
                <a:srgbClr val="0070C0"/>
              </a:solidFill>
              <a:effectLst>
                <a:reflection blurRad="1143" stA="55000" endA="300" endPos="45500" dir="5400000" sy="-100000" algn="bl" rotWithShape="0"/>
              </a:effectLst>
              <a:latin typeface="汉仪铸字黑魔法W" panose="00020600040101010101" charset="-122"/>
              <a:ea typeface="汉仪铸字黑魔法W" panose="00020600040101010101" charset="-122"/>
              <a:sym typeface="+mn-ea"/>
            </a:endParaRPr>
          </a:p>
        </p:txBody>
      </p:sp>
      <p:pic>
        <p:nvPicPr>
          <p:cNvPr id="3" name="图片 2" descr="32313536323436343b32313536323435303b53f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4233" y="1982893"/>
            <a:ext cx="916940" cy="9169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207673" y="2092960"/>
            <a:ext cx="3208867" cy="6661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base">
              <a:buClrTx/>
              <a:buSzTx/>
              <a:buFontTx/>
            </a:pPr>
            <a:r>
              <a:rPr lang="zh-CN" altLang="en-US" sz="3735" b="1">
                <a:ln w="10287" cmpd="sng">
                  <a:gradFill>
                    <a:gsLst>
                      <a:gs pos="0">
                        <a:srgbClr val="729777"/>
                      </a:gs>
                      <a:gs pos="25000">
                        <a:srgbClr val="EA7256">
                          <a:lumMod val="100000"/>
                        </a:srgbClr>
                      </a:gs>
                      <a:gs pos="25000">
                        <a:srgbClr val="EA7256"/>
                      </a:gs>
                      <a:gs pos="75000">
                        <a:srgbClr val="EA7256"/>
                      </a:gs>
                      <a:gs pos="100000">
                        <a:srgbClr val="729777"/>
                      </a:gs>
                      <a:gs pos="50000">
                        <a:srgbClr val="729777"/>
                      </a:gs>
                    </a:gsLst>
                    <a:lin ang="10800000" scaled="1"/>
                  </a:gradFill>
                </a:ln>
                <a:solidFill>
                  <a:srgbClr val="0070C0"/>
                </a:solidFill>
                <a:effectLst>
                  <a:reflection blurRad="1143" stA="55000" endA="300" endPos="45500" dir="5400000" sy="-100000" algn="bl" rotWithShape="0"/>
                </a:effectLst>
                <a:latin typeface="汉仪铸字黑魔法W" panose="00020600040101010101" charset="-122"/>
                <a:ea typeface="汉仪铸字黑魔法W" panose="00020600040101010101" charset="-122"/>
                <a:sym typeface="+mn-ea"/>
              </a:rPr>
              <a:t>班长带领问好</a:t>
            </a:r>
            <a:endParaRPr lang="zh-CN" altLang="en-US" sz="3735" b="1">
              <a:ln w="10287" cmpd="sng">
                <a:gradFill>
                  <a:gsLst>
                    <a:gs pos="0">
                      <a:srgbClr val="729777"/>
                    </a:gs>
                    <a:gs pos="25000">
                      <a:srgbClr val="EA7256">
                        <a:lumMod val="100000"/>
                      </a:srgbClr>
                    </a:gs>
                    <a:gs pos="25000">
                      <a:srgbClr val="EA7256"/>
                    </a:gs>
                    <a:gs pos="75000">
                      <a:srgbClr val="EA7256"/>
                    </a:gs>
                    <a:gs pos="100000">
                      <a:srgbClr val="729777"/>
                    </a:gs>
                    <a:gs pos="50000">
                      <a:srgbClr val="729777"/>
                    </a:gs>
                  </a:gsLst>
                  <a:lin ang="10800000" scaled="1"/>
                </a:gradFill>
              </a:ln>
              <a:solidFill>
                <a:srgbClr val="0070C0"/>
              </a:solidFill>
              <a:effectLst>
                <a:reflection blurRad="1143" stA="55000" endA="300" endPos="45500" dir="5400000" sy="-100000" algn="bl" rotWithShape="0"/>
              </a:effectLst>
              <a:latin typeface="汉仪铸字黑魔法W" panose="00020600040101010101" charset="-122"/>
              <a:ea typeface="汉仪铸字黑魔法W" panose="00020600040101010101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04620" y="3903133"/>
            <a:ext cx="2548467" cy="6661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base">
              <a:buClrTx/>
              <a:buSzTx/>
              <a:buFontTx/>
            </a:pPr>
            <a:r>
              <a:rPr lang="zh-CN" altLang="en-US" sz="3735" b="1">
                <a:ln w="10287" cmpd="sng">
                  <a:gradFill>
                    <a:gsLst>
                      <a:gs pos="0">
                        <a:srgbClr val="729777"/>
                      </a:gs>
                      <a:gs pos="25000">
                        <a:srgbClr val="EA7256">
                          <a:lumMod val="100000"/>
                        </a:srgbClr>
                      </a:gs>
                      <a:gs pos="25000">
                        <a:srgbClr val="EA7256"/>
                      </a:gs>
                      <a:gs pos="75000">
                        <a:srgbClr val="EA7256"/>
                      </a:gs>
                      <a:gs pos="100000">
                        <a:srgbClr val="729777"/>
                      </a:gs>
                      <a:gs pos="50000">
                        <a:srgbClr val="729777"/>
                      </a:gs>
                    </a:gsLst>
                    <a:lin ang="10800000" scaled="1"/>
                  </a:gradFill>
                </a:ln>
                <a:solidFill>
                  <a:srgbClr val="0070C0"/>
                </a:solidFill>
                <a:effectLst>
                  <a:reflection blurRad="1143" stA="55000" endA="300" endPos="45500" dir="5400000" sy="-100000" algn="bl" rotWithShape="0"/>
                </a:effectLst>
                <a:latin typeface="汉仪铸字黑魔法W" panose="00020600040101010101" charset="-122"/>
                <a:ea typeface="汉仪铸字黑魔法W" panose="00020600040101010101" charset="-122"/>
                <a:sym typeface="+mn-ea"/>
              </a:rPr>
              <a:t>讲师回礼</a:t>
            </a:r>
            <a:endParaRPr lang="zh-CN" altLang="en-US" sz="3735" b="1">
              <a:ln w="10287" cmpd="sng">
                <a:gradFill>
                  <a:gsLst>
                    <a:gs pos="0">
                      <a:srgbClr val="729777"/>
                    </a:gs>
                    <a:gs pos="25000">
                      <a:srgbClr val="EA7256">
                        <a:lumMod val="100000"/>
                      </a:srgbClr>
                    </a:gs>
                    <a:gs pos="25000">
                      <a:srgbClr val="EA7256"/>
                    </a:gs>
                    <a:gs pos="75000">
                      <a:srgbClr val="EA7256"/>
                    </a:gs>
                    <a:gs pos="100000">
                      <a:srgbClr val="729777"/>
                    </a:gs>
                    <a:gs pos="50000">
                      <a:srgbClr val="729777"/>
                    </a:gs>
                  </a:gsLst>
                  <a:lin ang="10800000" scaled="1"/>
                </a:gradFill>
              </a:ln>
              <a:solidFill>
                <a:srgbClr val="0070C0"/>
              </a:solidFill>
              <a:effectLst>
                <a:reflection blurRad="1143" stA="55000" endA="300" endPos="45500" dir="5400000" sy="-100000" algn="bl" rotWithShape="0"/>
              </a:effectLst>
              <a:latin typeface="汉仪铸字黑魔法W" panose="00020600040101010101" charset="-122"/>
              <a:ea typeface="汉仪铸字黑魔法W" panose="0002060004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040207" y="3903133"/>
            <a:ext cx="2495127" cy="6661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base">
              <a:buClrTx/>
              <a:buSzTx/>
              <a:buFontTx/>
            </a:pPr>
            <a:r>
              <a:rPr lang="zh-CN" altLang="en-US" sz="3735" b="1">
                <a:ln w="10287" cmpd="sng">
                  <a:gradFill>
                    <a:gsLst>
                      <a:gs pos="0">
                        <a:srgbClr val="729777"/>
                      </a:gs>
                      <a:gs pos="25000">
                        <a:srgbClr val="EA7256">
                          <a:lumMod val="100000"/>
                        </a:srgbClr>
                      </a:gs>
                      <a:gs pos="25000">
                        <a:srgbClr val="EA7256"/>
                      </a:gs>
                      <a:gs pos="75000">
                        <a:srgbClr val="EA7256"/>
                      </a:gs>
                      <a:gs pos="100000">
                        <a:srgbClr val="729777"/>
                      </a:gs>
                      <a:gs pos="50000">
                        <a:srgbClr val="729777"/>
                      </a:gs>
                    </a:gsLst>
                    <a:lin ang="10800000" scaled="1"/>
                  </a:gradFill>
                </a:ln>
                <a:solidFill>
                  <a:srgbClr val="0070C0"/>
                </a:solidFill>
                <a:effectLst>
                  <a:reflection blurRad="1143" stA="55000" endA="300" endPos="45500" dir="5400000" sy="-100000" algn="bl" rotWithShape="0"/>
                </a:effectLst>
                <a:latin typeface="汉仪铸字黑魔法W" panose="00020600040101010101" charset="-122"/>
                <a:ea typeface="汉仪铸字黑魔法W" panose="00020600040101010101" charset="-122"/>
                <a:sym typeface="+mn-ea"/>
              </a:rPr>
              <a:t>呐喊口号</a:t>
            </a:r>
            <a:endParaRPr lang="zh-CN" altLang="en-US" sz="3735" b="1">
              <a:ln w="10287" cmpd="sng">
                <a:gradFill>
                  <a:gsLst>
                    <a:gs pos="0">
                      <a:srgbClr val="729777"/>
                    </a:gs>
                    <a:gs pos="25000">
                      <a:srgbClr val="EA7256">
                        <a:lumMod val="100000"/>
                      </a:srgbClr>
                    </a:gs>
                    <a:gs pos="25000">
                      <a:srgbClr val="EA7256"/>
                    </a:gs>
                    <a:gs pos="75000">
                      <a:srgbClr val="EA7256"/>
                    </a:gs>
                    <a:gs pos="100000">
                      <a:srgbClr val="729777"/>
                    </a:gs>
                    <a:gs pos="50000">
                      <a:srgbClr val="729777"/>
                    </a:gs>
                  </a:gsLst>
                  <a:lin ang="10800000" scaled="1"/>
                </a:gradFill>
              </a:ln>
              <a:solidFill>
                <a:srgbClr val="0070C0"/>
              </a:solidFill>
              <a:effectLst>
                <a:reflection blurRad="1143" stA="55000" endA="300" endPos="45500" dir="5400000" sy="-100000" algn="bl" rotWithShape="0"/>
              </a:effectLst>
              <a:latin typeface="汉仪铸字黑魔法W" panose="00020600040101010101" charset="-122"/>
              <a:ea typeface="汉仪铸字黑魔法W" panose="00020600040101010101" charset="-122"/>
              <a:sym typeface="+mn-ea"/>
            </a:endParaRPr>
          </a:p>
        </p:txBody>
      </p:sp>
      <p:sp>
        <p:nvSpPr>
          <p:cNvPr id="9" name="文本框 8" descr="7b0a2020202022776f7264617274223a20227b5c2269645c223a32353030313232342c5c227469645c223a31333530357d220a7d0a"/>
          <p:cNvSpPr txBox="1"/>
          <p:nvPr/>
        </p:nvSpPr>
        <p:spPr>
          <a:xfrm>
            <a:off x="3600027" y="2092960"/>
            <a:ext cx="2508673" cy="6661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base"/>
            <a:r>
              <a:rPr lang="zh-CN" altLang="en-US" sz="3735" b="1">
                <a:ln w="10287" cmpd="sng">
                  <a:gradFill>
                    <a:gsLst>
                      <a:gs pos="0">
                        <a:srgbClr val="729777"/>
                      </a:gs>
                      <a:gs pos="25000">
                        <a:srgbClr val="EA7256">
                          <a:lumMod val="100000"/>
                        </a:srgbClr>
                      </a:gs>
                      <a:gs pos="25000">
                        <a:srgbClr val="EA7256"/>
                      </a:gs>
                      <a:gs pos="75000">
                        <a:srgbClr val="EA7256"/>
                      </a:gs>
                      <a:gs pos="100000">
                        <a:srgbClr val="729777"/>
                      </a:gs>
                      <a:gs pos="50000">
                        <a:srgbClr val="729777"/>
                      </a:gs>
                    </a:gsLst>
                    <a:lin ang="10800000" scaled="1"/>
                  </a:gradFill>
                </a:ln>
                <a:solidFill>
                  <a:srgbClr val="0070C0"/>
                </a:solidFill>
                <a:effectLst>
                  <a:reflection blurRad="1143" stA="55000" endA="300" endPos="45500" dir="5400000" sy="-100000" algn="bl" rotWithShape="0"/>
                </a:effectLst>
                <a:latin typeface="汉仪铸字黑魔法W" panose="00020600040101010101" charset="-122"/>
                <a:ea typeface="汉仪铸字黑魔法W" panose="00020600040101010101" charset="-122"/>
              </a:rPr>
              <a:t>整理工装</a:t>
            </a:r>
            <a:endParaRPr lang="zh-CN" altLang="en-US" sz="3735" b="1">
              <a:ln w="10287" cmpd="sng">
                <a:gradFill>
                  <a:gsLst>
                    <a:gs pos="0">
                      <a:srgbClr val="729777"/>
                    </a:gs>
                    <a:gs pos="25000">
                      <a:srgbClr val="EA7256">
                        <a:lumMod val="100000"/>
                      </a:srgbClr>
                    </a:gs>
                    <a:gs pos="25000">
                      <a:srgbClr val="EA7256"/>
                    </a:gs>
                    <a:gs pos="75000">
                      <a:srgbClr val="EA7256"/>
                    </a:gs>
                    <a:gs pos="100000">
                      <a:srgbClr val="729777"/>
                    </a:gs>
                    <a:gs pos="50000">
                      <a:srgbClr val="729777"/>
                    </a:gs>
                  </a:gsLst>
                  <a:lin ang="10800000" scaled="1"/>
                </a:gradFill>
              </a:ln>
              <a:solidFill>
                <a:srgbClr val="0070C0"/>
              </a:solidFill>
              <a:effectLst>
                <a:reflection blurRad="1143" stA="55000" endA="300" endPos="45500" dir="5400000" sy="-100000" algn="bl" rotWithShape="0"/>
              </a:effectLst>
              <a:latin typeface="汉仪铸字黑魔法W" panose="00020600040101010101" charset="-122"/>
              <a:ea typeface="汉仪铸字黑魔法W" panose="00020600040101010101" charset="-122"/>
            </a:endParaRPr>
          </a:p>
        </p:txBody>
      </p:sp>
      <p:pic>
        <p:nvPicPr>
          <p:cNvPr id="10" name="图片 9" descr="32313536323436343b32313536323435303b53f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6180" y="3710940"/>
            <a:ext cx="916940" cy="916940"/>
          </a:xfrm>
          <a:prstGeom prst="rect">
            <a:avLst/>
          </a:prstGeom>
        </p:spPr>
      </p:pic>
      <p:pic>
        <p:nvPicPr>
          <p:cNvPr id="11" name="图片 10" descr="32313536323436343b32313536323435303b53f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7893" y="3710940"/>
            <a:ext cx="916940" cy="916940"/>
          </a:xfrm>
          <a:prstGeom prst="rect">
            <a:avLst/>
          </a:prstGeom>
        </p:spPr>
      </p:pic>
      <p:pic>
        <p:nvPicPr>
          <p:cNvPr id="12" name="图片 11" descr="32313536323436343b32313536323435303b53f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1982893"/>
            <a:ext cx="916940" cy="916940"/>
          </a:xfrm>
          <a:prstGeom prst="rect">
            <a:avLst/>
          </a:prstGeom>
        </p:spPr>
      </p:pic>
      <p:pic>
        <p:nvPicPr>
          <p:cNvPr id="13" name="图片 12" descr="32313536323436343b32313536323435303b53f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540" y="1982893"/>
            <a:ext cx="916940" cy="91694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8688493" y="3903133"/>
            <a:ext cx="1211580" cy="6661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base">
              <a:buClrTx/>
              <a:buSzTx/>
              <a:buFontTx/>
            </a:pPr>
            <a:r>
              <a:rPr lang="zh-CN" altLang="en-US" sz="3735" b="1">
                <a:ln w="10287" cmpd="sng">
                  <a:gradFill>
                    <a:gsLst>
                      <a:gs pos="0">
                        <a:srgbClr val="729777"/>
                      </a:gs>
                      <a:gs pos="25000">
                        <a:srgbClr val="EA7256">
                          <a:lumMod val="100000"/>
                        </a:srgbClr>
                      </a:gs>
                      <a:gs pos="25000">
                        <a:srgbClr val="EA7256"/>
                      </a:gs>
                      <a:gs pos="75000">
                        <a:srgbClr val="EA7256"/>
                      </a:gs>
                      <a:gs pos="100000">
                        <a:srgbClr val="729777"/>
                      </a:gs>
                      <a:gs pos="50000">
                        <a:srgbClr val="729777"/>
                      </a:gs>
                    </a:gsLst>
                    <a:lin ang="10800000" scaled="1"/>
                  </a:gradFill>
                </a:ln>
                <a:solidFill>
                  <a:srgbClr val="0070C0"/>
                </a:solidFill>
                <a:effectLst>
                  <a:reflection blurRad="1143" stA="55000" endA="300" endPos="45500" dir="5400000" sy="-100000" algn="bl" rotWithShape="0"/>
                </a:effectLst>
                <a:latin typeface="汉仪铸字黑魔法W" panose="00020600040101010101" charset="-122"/>
                <a:ea typeface="汉仪铸字黑魔法W" panose="00020600040101010101" charset="-122"/>
                <a:sym typeface="+mn-ea"/>
              </a:rPr>
              <a:t>落座</a:t>
            </a:r>
            <a:endParaRPr lang="zh-CN" altLang="en-US" sz="3735" b="1">
              <a:ln w="10287" cmpd="sng">
                <a:gradFill>
                  <a:gsLst>
                    <a:gs pos="0">
                      <a:srgbClr val="729777"/>
                    </a:gs>
                    <a:gs pos="25000">
                      <a:srgbClr val="EA7256">
                        <a:lumMod val="100000"/>
                      </a:srgbClr>
                    </a:gs>
                    <a:gs pos="25000">
                      <a:srgbClr val="EA7256"/>
                    </a:gs>
                    <a:gs pos="75000">
                      <a:srgbClr val="EA7256"/>
                    </a:gs>
                    <a:gs pos="100000">
                      <a:srgbClr val="729777"/>
                    </a:gs>
                    <a:gs pos="50000">
                      <a:srgbClr val="729777"/>
                    </a:gs>
                  </a:gsLst>
                  <a:lin ang="10800000" scaled="1"/>
                </a:gradFill>
              </a:ln>
              <a:solidFill>
                <a:srgbClr val="0070C0"/>
              </a:solidFill>
              <a:effectLst>
                <a:reflection blurRad="1143" stA="55000" endA="300" endPos="45500" dir="5400000" sy="-100000" algn="bl" rotWithShape="0"/>
              </a:effectLst>
              <a:latin typeface="汉仪铸字黑魔法W" panose="00020600040101010101" charset="-122"/>
              <a:ea typeface="汉仪铸字黑魔法W" panose="00020600040101010101" charset="-122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4" grpId="0"/>
      <p:bldP spid="6" grpId="0"/>
      <p:bldP spid="7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60375"/>
          </a:xfrm>
        </p:spPr>
        <p:txBody>
          <a:bodyPr/>
          <a:p>
            <a:r>
              <a:rPr lang="zh-CN" altLang="en-US"/>
              <a:t>知识回顾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60375"/>
          </a:xfrm>
        </p:spPr>
        <p:txBody>
          <a:bodyPr/>
          <a:p>
            <a:r>
              <a:rPr lang="zh-CN" altLang="en-US"/>
              <a:t>课程目标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60375"/>
          </a:xfrm>
        </p:spPr>
        <p:txBody>
          <a:bodyPr/>
          <a:p>
            <a:r>
              <a:rPr lang="zh-CN" altLang="en-US"/>
              <a:t>课程导入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60375"/>
          </a:xfrm>
        </p:spPr>
        <p:txBody>
          <a:bodyPr/>
          <a:p>
            <a:r>
              <a:rPr lang="zh-CN" altLang="en-US"/>
              <a:t>知识讲解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60375"/>
          </a:xfrm>
        </p:spPr>
        <p:txBody>
          <a:bodyPr/>
          <a:p>
            <a:r>
              <a:rPr lang="zh-CN" altLang="en-US"/>
              <a:t>知识讲解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60375"/>
          </a:xfrm>
        </p:spPr>
        <p:txBody>
          <a:bodyPr/>
          <a:p>
            <a:r>
              <a:rPr lang="zh-CN" altLang="en-US"/>
              <a:t>课堂互动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60375"/>
          </a:xfrm>
        </p:spPr>
        <p:txBody>
          <a:bodyPr/>
          <a:p>
            <a:r>
              <a:rPr lang="zh-CN" altLang="en-US"/>
              <a:t>知识讲解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60375"/>
          </a:xfrm>
        </p:spPr>
        <p:txBody>
          <a:bodyPr/>
          <a:p>
            <a:r>
              <a:rPr lang="zh-CN" altLang="en-US"/>
              <a:t>课堂练习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60375"/>
          </a:xfrm>
        </p:spPr>
        <p:txBody>
          <a:bodyPr/>
          <a:p>
            <a:r>
              <a:rPr lang="zh-CN" altLang="en-US"/>
              <a:t>课堂练习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60375"/>
          </a:xfrm>
        </p:spPr>
        <p:txBody>
          <a:bodyPr/>
          <a:p>
            <a:r>
              <a:rPr lang="zh-CN" altLang="en-US"/>
              <a:t>知识总结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27652" y="188643"/>
            <a:ext cx="9025169" cy="460375"/>
          </a:xfrm>
        </p:spPr>
        <p:txBody>
          <a:bodyPr/>
          <a:p>
            <a:r>
              <a:rPr lang="zh-CN" altLang="en-US"/>
              <a:t>课后作业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矩形 17"/>
          <p:cNvSpPr/>
          <p:nvPr/>
        </p:nvSpPr>
        <p:spPr>
          <a:xfrm>
            <a:off x="-48260" y="-22860"/>
            <a:ext cx="12289367" cy="7004473"/>
          </a:xfrm>
          <a:prstGeom prst="rect">
            <a:avLst/>
          </a:prstGeom>
          <a:solidFill>
            <a:schemeClr val="bg1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p>
            <a:pPr marL="224155" indent="-224155" algn="l" defTabSz="381000" fontAlgn="base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240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2" name="任意多边形: 形状 7"/>
          <p:cNvSpPr/>
          <p:nvPr userDrawn="1">
            <p:custDataLst>
              <p:tags r:id="rId1"/>
            </p:custDataLst>
          </p:nvPr>
        </p:nvSpPr>
        <p:spPr>
          <a:xfrm rot="20367676">
            <a:off x="8811260" y="-1078653"/>
            <a:ext cx="4728633" cy="4726093"/>
          </a:xfrm>
          <a:custGeom>
            <a:avLst/>
            <a:gdLst>
              <a:gd name="connsiteX0" fmla="*/ 978549 w 5763409"/>
              <a:gd name="connsiteY0" fmla="*/ 0 h 5759446"/>
              <a:gd name="connsiteX1" fmla="*/ 3610297 w 5763409"/>
              <a:gd name="connsiteY1" fmla="*/ 985999 h 5759446"/>
              <a:gd name="connsiteX2" fmla="*/ 5763409 w 5763409"/>
              <a:gd name="connsiteY2" fmla="*/ 1980339 h 5759446"/>
              <a:gd name="connsiteX3" fmla="*/ 5091884 w 5763409"/>
              <a:gd name="connsiteY3" fmla="*/ 3772718 h 5759446"/>
              <a:gd name="connsiteX4" fmla="*/ 4182409 w 5763409"/>
              <a:gd name="connsiteY4" fmla="*/ 5759446 h 5759446"/>
              <a:gd name="connsiteX5" fmla="*/ 951530 w 5763409"/>
              <a:gd name="connsiteY5" fmla="*/ 5759446 h 5759446"/>
              <a:gd name="connsiteX6" fmla="*/ 0 w 5763409"/>
              <a:gd name="connsiteY6" fmla="*/ 4799519 h 5759446"/>
              <a:gd name="connsiteX7" fmla="*/ 0 w 5763409"/>
              <a:gd name="connsiteY7" fmla="*/ 959927 h 5759446"/>
              <a:gd name="connsiteX8" fmla="*/ 951531 w 5763409"/>
              <a:gd name="connsiteY8" fmla="*/ 0 h 5759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63409" h="5759446">
                <a:moveTo>
                  <a:pt x="978549" y="0"/>
                </a:moveTo>
                <a:lnTo>
                  <a:pt x="3610297" y="985999"/>
                </a:lnTo>
                <a:lnTo>
                  <a:pt x="5763409" y="1980339"/>
                </a:lnTo>
                <a:lnTo>
                  <a:pt x="5091884" y="3772718"/>
                </a:lnTo>
                <a:lnTo>
                  <a:pt x="4182409" y="5759446"/>
                </a:lnTo>
                <a:lnTo>
                  <a:pt x="951530" y="5759446"/>
                </a:lnTo>
                <a:cubicBezTo>
                  <a:pt x="426014" y="5759447"/>
                  <a:pt x="0" y="5329673"/>
                  <a:pt x="0" y="4799519"/>
                </a:cubicBezTo>
                <a:lnTo>
                  <a:pt x="0" y="959927"/>
                </a:lnTo>
                <a:cubicBezTo>
                  <a:pt x="0" y="429774"/>
                  <a:pt x="426015" y="0"/>
                  <a:pt x="951531" y="0"/>
                </a:cubicBezTo>
                <a:close/>
              </a:path>
            </a:pathLst>
          </a:custGeom>
          <a:noFill/>
          <a:ln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 fontAlgn="base"/>
            <a:endParaRPr lang="zh-CN" altLang="en-US" sz="2400">
              <a:solidFill>
                <a:schemeClr val="lt1"/>
              </a:solidFill>
            </a:endParaRPr>
          </a:p>
        </p:txBody>
      </p:sp>
      <p:sp>
        <p:nvSpPr>
          <p:cNvPr id="13" name="任意多边形 37"/>
          <p:cNvSpPr/>
          <p:nvPr userDrawn="1">
            <p:custDataLst>
              <p:tags r:id="rId2"/>
            </p:custDataLst>
          </p:nvPr>
        </p:nvSpPr>
        <p:spPr>
          <a:xfrm rot="20083528">
            <a:off x="10607887" y="5851948"/>
            <a:ext cx="2449407" cy="1446107"/>
          </a:xfrm>
          <a:custGeom>
            <a:avLst/>
            <a:gdLst>
              <a:gd name="connsiteX0" fmla="*/ 3298724 w 3440215"/>
              <a:gd name="connsiteY0" fmla="*/ 44260 h 2030486"/>
              <a:gd name="connsiteX1" fmla="*/ 3437751 w 3440215"/>
              <a:gd name="connsiteY1" fmla="*/ 128610 h 2030486"/>
              <a:gd name="connsiteX2" fmla="*/ 3440215 w 3440215"/>
              <a:gd name="connsiteY2" fmla="*/ 130959 h 2030486"/>
              <a:gd name="connsiteX3" fmla="*/ 2543345 w 3440215"/>
              <a:gd name="connsiteY3" fmla="*/ 2030486 h 2030486"/>
              <a:gd name="connsiteX4" fmla="*/ 1 w 3440215"/>
              <a:gd name="connsiteY4" fmla="*/ 829635 h 2030486"/>
              <a:gd name="connsiteX5" fmla="*/ 0 w 3440215"/>
              <a:gd name="connsiteY5" fmla="*/ 563210 h 2030486"/>
              <a:gd name="connsiteX6" fmla="*/ 563210 w 3440215"/>
              <a:gd name="connsiteY6" fmla="*/ 0 h 2030486"/>
              <a:gd name="connsiteX7" fmla="*/ 3079497 w 3440215"/>
              <a:gd name="connsiteY7" fmla="*/ 0 h 2030486"/>
              <a:gd name="connsiteX8" fmla="*/ 3298724 w 3440215"/>
              <a:gd name="connsiteY8" fmla="*/ 44260 h 203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40215" h="2030486">
                <a:moveTo>
                  <a:pt x="3298724" y="44260"/>
                </a:moveTo>
                <a:cubicBezTo>
                  <a:pt x="3349260" y="65635"/>
                  <a:pt x="3396026" y="94176"/>
                  <a:pt x="3437751" y="128610"/>
                </a:cubicBezTo>
                <a:lnTo>
                  <a:pt x="3440215" y="130959"/>
                </a:lnTo>
                <a:lnTo>
                  <a:pt x="2543345" y="2030486"/>
                </a:lnTo>
                <a:lnTo>
                  <a:pt x="1" y="829635"/>
                </a:lnTo>
                <a:lnTo>
                  <a:pt x="0" y="563210"/>
                </a:lnTo>
                <a:cubicBezTo>
                  <a:pt x="0" y="252158"/>
                  <a:pt x="252158" y="1"/>
                  <a:pt x="563210" y="0"/>
                </a:cubicBezTo>
                <a:lnTo>
                  <a:pt x="3079497" y="0"/>
                </a:lnTo>
                <a:cubicBezTo>
                  <a:pt x="3157260" y="0"/>
                  <a:pt x="3231342" y="15760"/>
                  <a:pt x="3298724" y="44260"/>
                </a:cubicBezTo>
                <a:close/>
              </a:path>
            </a:pathLst>
          </a:cu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2400" dirty="0">
              <a:solidFill>
                <a:schemeClr val="lt1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638" y="-20532"/>
            <a:ext cx="4069080" cy="3798147"/>
          </a:xfrm>
          <a:prstGeom prst="rect">
            <a:avLst/>
          </a:prstGeom>
        </p:spPr>
      </p:pic>
      <p:sp>
        <p:nvSpPr>
          <p:cNvPr id="19" name="标题 18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1583267" y="2523067"/>
            <a:ext cx="7512473" cy="1120987"/>
          </a:xfrm>
        </p:spPr>
        <p:txBody>
          <a:bodyPr lIns="120000" tIns="62400" rIns="120000" bIns="0" anchor="b" anchorCtr="0">
            <a:noAutofit/>
          </a:bodyPr>
          <a:lstStyle>
            <a:lvl1pPr algn="l">
              <a:defRPr sz="4400" spc="600" baseline="0"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sz="9600" b="1">
                <a:solidFill>
                  <a:srgbClr val="2F5597"/>
                </a:solidFill>
                <a:sym typeface="+mn-ea"/>
              </a:rPr>
              <a:t>感谢聆听</a:t>
            </a:r>
            <a:endParaRPr lang="zh-CN" altLang="en-US" sz="9600" b="1" dirty="0">
              <a:solidFill>
                <a:srgbClr val="2F5597"/>
              </a:solidFill>
              <a:sym typeface="+mn-ea"/>
            </a:endParaRPr>
          </a:p>
        </p:txBody>
      </p:sp>
      <p:sp>
        <p:nvSpPr>
          <p:cNvPr id="23" name="任意多边形 37"/>
          <p:cNvSpPr/>
          <p:nvPr userDrawn="1">
            <p:custDataLst>
              <p:tags r:id="rId6"/>
            </p:custDataLst>
          </p:nvPr>
        </p:nvSpPr>
        <p:spPr>
          <a:xfrm rot="8443527">
            <a:off x="-1115060" y="-470747"/>
            <a:ext cx="2449407" cy="1446107"/>
          </a:xfrm>
          <a:custGeom>
            <a:avLst/>
            <a:gdLst>
              <a:gd name="connsiteX0" fmla="*/ 3298724 w 3440215"/>
              <a:gd name="connsiteY0" fmla="*/ 44260 h 2030486"/>
              <a:gd name="connsiteX1" fmla="*/ 3437751 w 3440215"/>
              <a:gd name="connsiteY1" fmla="*/ 128610 h 2030486"/>
              <a:gd name="connsiteX2" fmla="*/ 3440215 w 3440215"/>
              <a:gd name="connsiteY2" fmla="*/ 130959 h 2030486"/>
              <a:gd name="connsiteX3" fmla="*/ 2543345 w 3440215"/>
              <a:gd name="connsiteY3" fmla="*/ 2030486 h 2030486"/>
              <a:gd name="connsiteX4" fmla="*/ 1 w 3440215"/>
              <a:gd name="connsiteY4" fmla="*/ 829635 h 2030486"/>
              <a:gd name="connsiteX5" fmla="*/ 0 w 3440215"/>
              <a:gd name="connsiteY5" fmla="*/ 563210 h 2030486"/>
              <a:gd name="connsiteX6" fmla="*/ 563210 w 3440215"/>
              <a:gd name="connsiteY6" fmla="*/ 0 h 2030486"/>
              <a:gd name="connsiteX7" fmla="*/ 3079497 w 3440215"/>
              <a:gd name="connsiteY7" fmla="*/ 0 h 2030486"/>
              <a:gd name="connsiteX8" fmla="*/ 3298724 w 3440215"/>
              <a:gd name="connsiteY8" fmla="*/ 44260 h 2030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40215" h="2030486">
                <a:moveTo>
                  <a:pt x="3298724" y="44260"/>
                </a:moveTo>
                <a:cubicBezTo>
                  <a:pt x="3349260" y="65635"/>
                  <a:pt x="3396026" y="94176"/>
                  <a:pt x="3437751" y="128610"/>
                </a:cubicBezTo>
                <a:lnTo>
                  <a:pt x="3440215" y="130959"/>
                </a:lnTo>
                <a:lnTo>
                  <a:pt x="2543345" y="2030486"/>
                </a:lnTo>
                <a:lnTo>
                  <a:pt x="1" y="829635"/>
                </a:lnTo>
                <a:lnTo>
                  <a:pt x="0" y="563210"/>
                </a:lnTo>
                <a:cubicBezTo>
                  <a:pt x="0" y="252158"/>
                  <a:pt x="252158" y="1"/>
                  <a:pt x="563210" y="0"/>
                </a:cubicBezTo>
                <a:lnTo>
                  <a:pt x="3079497" y="0"/>
                </a:lnTo>
                <a:cubicBezTo>
                  <a:pt x="3157260" y="0"/>
                  <a:pt x="3231342" y="15760"/>
                  <a:pt x="3298724" y="44260"/>
                </a:cubicBezTo>
                <a:close/>
              </a:path>
            </a:pathLst>
          </a:cu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fontAlgn="base"/>
            <a:endParaRPr lang="zh-CN" altLang="en-US" sz="2400" dirty="0">
              <a:solidFill>
                <a:schemeClr val="lt1"/>
              </a:solidFill>
            </a:endParaRPr>
          </a:p>
        </p:txBody>
      </p:sp>
      <p:pic>
        <p:nvPicPr>
          <p:cNvPr id="24" name="图片 23" descr="logo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1920" y="357293"/>
            <a:ext cx="2566247" cy="7162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252220" y="4159885"/>
            <a:ext cx="6145107" cy="6661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base"/>
            <a:r>
              <a:rPr lang="zh-CN" altLang="en-US" sz="3735">
                <a:latin typeface="Arial" panose="020B0604020202020204" pitchFamily="34" charset="0"/>
                <a:ea typeface="黑体" panose="02010609060101010101" charset="-122"/>
              </a:rPr>
              <a:t>文化启迪智慧</a:t>
            </a:r>
            <a:r>
              <a:rPr lang="en-US" altLang="zh-CN" sz="3735">
                <a:latin typeface="Arial" panose="020B0604020202020204" pitchFamily="34" charset="0"/>
                <a:ea typeface="黑体" panose="02010609060101010101" charset="-122"/>
              </a:rPr>
              <a:t> </a:t>
            </a:r>
            <a:r>
              <a:rPr lang="zh-CN" altLang="en-US" sz="3735">
                <a:latin typeface="Arial" panose="020B0604020202020204" pitchFamily="34" charset="0"/>
                <a:ea typeface="黑体" panose="02010609060101010101" charset="-122"/>
              </a:rPr>
              <a:t>教育点亮人生</a:t>
            </a:r>
            <a:endParaRPr lang="zh-CN" altLang="en-US" sz="3735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03507" y="3710940"/>
            <a:ext cx="1728047" cy="101600"/>
          </a:xfrm>
          <a:prstGeom prst="rect">
            <a:avLst/>
          </a:prstGeom>
          <a:solidFill>
            <a:srgbClr val="2F5597"/>
          </a:solidFill>
          <a:ln w="2857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38100" sx="101000" sy="101000" algn="ctr" rotWithShape="0">
              <a:prstClr val="black">
                <a:alpha val="10000"/>
              </a:prstClr>
            </a:outerShdw>
          </a:effectLst>
        </p:spPr>
        <p:txBody>
          <a:bodyPr wrap="square">
            <a:noAutofit/>
          </a:bodyPr>
          <a:p>
            <a:pPr marL="224155" indent="-224155" algn="l" defTabSz="381000" fontAlgn="base">
              <a:lnSpc>
                <a:spcPct val="15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zh-CN" altLang="en-US" sz="2400">
              <a:latin typeface="Arial" panose="020B0604020202020204" pitchFamily="34" charset="0"/>
              <a:ea typeface="黑体" panose="02010609060101010101" charset="-122"/>
            </a:endParaRPr>
          </a:p>
        </p:txBody>
      </p:sp>
      <p:pic>
        <p:nvPicPr>
          <p:cNvPr id="2097160" name="图片 23" descr="C:/Users/Administrator/Desktop/ed46308b57dc48adfff88b9f7232eb28.jpged46308b57dc48adfff88b9f7232eb28"/>
          <p:cNvPicPr>
            <a:picLocks noChangeAspect="1"/>
          </p:cNvPicPr>
          <p:nvPr/>
        </p:nvPicPr>
        <p:blipFill>
          <a:blip r:embed="rId8"/>
          <a:srcRect r="-1043"/>
          <a:stretch>
            <a:fillRect/>
          </a:stretch>
        </p:blipFill>
        <p:spPr>
          <a:xfrm>
            <a:off x="1391920" y="357505"/>
            <a:ext cx="2842260" cy="7162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566.2503937007874,&quot;width&quot;:6755}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UNIT_PLACING_PICTURE_USER_VIEWPORT" val="{&quot;height&quot;:566.2503937007874,&quot;width&quot;:6755}"/>
</p:tagLst>
</file>

<file path=ppt/tags/tag4.xml><?xml version="1.0" encoding="utf-8"?>
<p:tagLst xmlns:p="http://schemas.openxmlformats.org/presentationml/2006/main">
  <p:tag name="KSO_WM_UNIT_PLACING_PICTURE_USER_VIEWPORT" val="{&quot;height&quot;:566.2503937007874,&quot;width&quot;:6755}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  <p:tag name="KSO_WM_SLIDE_BACKGROUND_MASK_FLAG" val="1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  <p:tag name="KSO_WM_SLIDE_BACKGROUND_MASK_FLAG" val="1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lvl="1" indent="0" algn="l" eaLnBrk="0" hangingPunct="0">
          <a:lnSpc>
            <a:spcPct val="100000"/>
          </a:lnSpc>
          <a:spcBef>
            <a:spcPts val="500"/>
          </a:spcBef>
          <a:buClrTx/>
          <a:buSzTx/>
          <a:buFont typeface="Arial" panose="020B0604020202020204" pitchFamily="34" charset="0"/>
          <a:buNone/>
          <a:defRPr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lvl="1" indent="0" algn="l" eaLnBrk="0" hangingPunct="0">
          <a:lnSpc>
            <a:spcPct val="100000"/>
          </a:lnSpc>
          <a:spcBef>
            <a:spcPts val="500"/>
          </a:spcBef>
          <a:buClrTx/>
          <a:buSzTx/>
          <a:buFont typeface="Arial" panose="020B0604020202020204" pitchFamily="34" charset="0"/>
          <a:buNone/>
          <a:defRPr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Browallia New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7F4FF"/>
        </a:solidFill>
        <a:ln w="28575" cap="flat" cmpd="sng" algn="ctr">
          <a:solidFill>
            <a:srgbClr val="5AADD6"/>
          </a:solidFill>
          <a:prstDash val="solid"/>
          <a:round/>
          <a:headEnd type="none" w="med" len="med"/>
          <a:tailEnd type="none" w="med" len="med"/>
        </a:ln>
        <a:effectLst>
          <a:outerShdw blurRad="38100" sx="101000" sy="101000" algn="ctr" rotWithShape="0">
            <a:prstClr val="black">
              <a:alpha val="10000"/>
            </a:prstClr>
          </a:outerShdw>
        </a:effectLst>
      </a:spPr>
      <a:bodyPr wrap="square">
        <a:spAutoFit/>
      </a:bodyPr>
      <a:lstStyle>
        <a:defPPr marL="224155" indent="-224155" algn="l" defTabSz="381000">
          <a:lnSpc>
            <a:spcPct val="150000"/>
          </a:lnSpc>
          <a:buClr>
            <a:schemeClr val="folHlink"/>
          </a:buClr>
          <a:buSzPct val="60000"/>
          <a:buFont typeface="Wingdings" panose="05000000000000000000" pitchFamily="2" charset="2"/>
          <a:buNone/>
          <a:defRPr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</Words>
  <Application>WPS 演示</Application>
  <PresentationFormat>宽屏</PresentationFormat>
  <Paragraphs>51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微软雅黑</vt:lpstr>
      <vt:lpstr>Browallia New</vt:lpstr>
      <vt:lpstr>Segoe Print</vt:lpstr>
      <vt:lpstr>黑体</vt:lpstr>
      <vt:lpstr>汉仪旗黑-85S</vt:lpstr>
      <vt:lpstr>汉仪铸字黑魔法W</vt:lpstr>
      <vt:lpstr>Arial Unicode MS</vt:lpstr>
      <vt:lpstr>Office 主题</vt:lpstr>
      <vt:lpstr>1_Office 主题</vt:lpstr>
      <vt:lpstr>2_Office 主题</vt:lpstr>
      <vt:lpstr>课节名称</vt:lpstr>
      <vt:lpstr>课堂礼仪</vt:lpstr>
      <vt:lpstr>PowerPoint 演示文稿</vt:lpstr>
      <vt:lpstr>PowerPoint 演示文稿</vt:lpstr>
      <vt:lpstr>PowerPoint 演示文稿</vt:lpstr>
      <vt:lpstr>PowerPoint 演示文稿</vt:lpstr>
      <vt:lpstr>知识讲解</vt:lpstr>
      <vt:lpstr>知识讲解</vt:lpstr>
      <vt:lpstr>知识讲解</vt:lpstr>
      <vt:lpstr>PowerPoint 演示文稿</vt:lpstr>
      <vt:lpstr>课堂练习</vt:lpstr>
      <vt:lpstr>知识讲解</vt:lpstr>
      <vt:lpstr>知识讲解</vt:lpstr>
      <vt:lpstr>感谢聆听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维生素</cp:lastModifiedBy>
  <cp:revision>167</cp:revision>
  <dcterms:created xsi:type="dcterms:W3CDTF">2026-04-08T07:05:00Z</dcterms:created>
  <dcterms:modified xsi:type="dcterms:W3CDTF">2026-04-08T07:13:37Z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4C1C92415F5248A78305B2D4BABEE89E_13</vt:lpwstr>
  </property>
</Properties>
</file>